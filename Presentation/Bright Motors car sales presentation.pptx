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Ex1.xml" ContentType="application/vnd.ms-office.chartex+xml"/>
  <Override PartName="/ppt/charts/style8.xml" ContentType="application/vnd.ms-office.chartstyle+xml"/>
  <Override PartName="/ppt/charts/colors8.xml" ContentType="application/vnd.ms-office.chartcolorstyle+xml"/>
  <Override PartName="/ppt/charts/chart8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9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0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1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2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Ex2.xml" ContentType="application/vnd.ms-office.chartex+xml"/>
  <Override PartName="/ppt/charts/style14.xml" ContentType="application/vnd.ms-office.chartstyle+xml"/>
  <Override PartName="/ppt/charts/colors1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324" r:id="rId5"/>
    <p:sldId id="302" r:id="rId6"/>
    <p:sldId id="315" r:id="rId7"/>
    <p:sldId id="310" r:id="rId8"/>
    <p:sldId id="294" r:id="rId9"/>
    <p:sldId id="295" r:id="rId10"/>
    <p:sldId id="329" r:id="rId11"/>
    <p:sldId id="333" r:id="rId12"/>
    <p:sldId id="327" r:id="rId13"/>
    <p:sldId id="330" r:id="rId14"/>
    <p:sldId id="328" r:id="rId15"/>
    <p:sldId id="331" r:id="rId16"/>
    <p:sldId id="311" r:id="rId17"/>
    <p:sldId id="32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AD687D-6EB3-40B4-B6EB-3DC1725C295C}" v="200" dt="2026-04-29T19:05:01.883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nyiko Novela" userId="7cade4f434583875" providerId="LiveId" clId="{1BE626B5-4106-4419-9EB7-2B89C91C89DA}"/>
    <pc:docChg chg="undo custSel addSld delSld modSld sldOrd">
      <pc:chgData name="Tinyiko Novela" userId="7cade4f434583875" providerId="LiveId" clId="{1BE626B5-4106-4419-9EB7-2B89C91C89DA}" dt="2026-04-29T19:24:49.917" v="5042" actId="20577"/>
      <pc:docMkLst>
        <pc:docMk/>
      </pc:docMkLst>
      <pc:sldChg chg="addSp delSp modSp mod">
        <pc:chgData name="Tinyiko Novela" userId="7cade4f434583875" providerId="LiveId" clId="{1BE626B5-4106-4419-9EB7-2B89C91C89DA}" dt="2026-04-29T18:55:10.049" v="4430" actId="27918"/>
        <pc:sldMkLst>
          <pc:docMk/>
          <pc:sldMk cId="25800700" sldId="294"/>
        </pc:sldMkLst>
        <pc:spChg chg="mod">
          <ac:chgData name="Tinyiko Novela" userId="7cade4f434583875" providerId="LiveId" clId="{1BE626B5-4106-4419-9EB7-2B89C91C89DA}" dt="2026-04-28T18:01:45.976" v="1030" actId="554"/>
          <ac:spMkLst>
            <pc:docMk/>
            <pc:sldMk cId="25800700" sldId="294"/>
            <ac:spMk id="4" creationId="{69C3B957-4F94-7303-766D-74E3BA6F0E84}"/>
          </ac:spMkLst>
        </pc:spChg>
        <pc:spChg chg="mod">
          <ac:chgData name="Tinyiko Novela" userId="7cade4f434583875" providerId="LiveId" clId="{1BE626B5-4106-4419-9EB7-2B89C91C89DA}" dt="2026-04-28T18:02:00.697" v="1031" actId="408"/>
          <ac:spMkLst>
            <pc:docMk/>
            <pc:sldMk cId="25800700" sldId="294"/>
            <ac:spMk id="5" creationId="{84BB4221-6090-39BC-25B1-DB7B01DAA278}"/>
          </ac:spMkLst>
        </pc:spChg>
        <pc:spChg chg="del mod">
          <ac:chgData name="Tinyiko Novela" userId="7cade4f434583875" providerId="LiveId" clId="{1BE626B5-4106-4419-9EB7-2B89C91C89DA}" dt="2026-04-28T18:01:03.732" v="1025" actId="478"/>
          <ac:spMkLst>
            <pc:docMk/>
            <pc:sldMk cId="25800700" sldId="294"/>
            <ac:spMk id="6" creationId="{A75201D8-E82D-E025-8161-0D2A00FB67B1}"/>
          </ac:spMkLst>
        </pc:spChg>
        <pc:spChg chg="mod">
          <ac:chgData name="Tinyiko Novela" userId="7cade4f434583875" providerId="LiveId" clId="{1BE626B5-4106-4419-9EB7-2B89C91C89DA}" dt="2026-04-28T18:01:24.241" v="1029" actId="1076"/>
          <ac:spMkLst>
            <pc:docMk/>
            <pc:sldMk cId="25800700" sldId="294"/>
            <ac:spMk id="8" creationId="{3EEDAF89-0ECD-416A-93E5-A300FF0B9702}"/>
          </ac:spMkLst>
        </pc:spChg>
        <pc:spChg chg="add mod">
          <ac:chgData name="Tinyiko Novela" userId="7cade4f434583875" providerId="LiveId" clId="{1BE626B5-4106-4419-9EB7-2B89C91C89DA}" dt="2026-04-28T18:01:45.976" v="1030" actId="554"/>
          <ac:spMkLst>
            <pc:docMk/>
            <pc:sldMk cId="25800700" sldId="294"/>
            <ac:spMk id="9" creationId="{2E8B14EE-7B30-C6AB-B6E4-38193225341A}"/>
          </ac:spMkLst>
        </pc:spChg>
        <pc:spChg chg="add mod">
          <ac:chgData name="Tinyiko Novela" userId="7cade4f434583875" providerId="LiveId" clId="{1BE626B5-4106-4419-9EB7-2B89C91C89DA}" dt="2026-04-28T18:02:00.697" v="1031" actId="408"/>
          <ac:spMkLst>
            <pc:docMk/>
            <pc:sldMk cId="25800700" sldId="294"/>
            <ac:spMk id="10" creationId="{8D82FEBE-0C8B-0392-7DA9-6E7C580C1A4F}"/>
          </ac:spMkLst>
        </pc:spChg>
        <pc:graphicFrameChg chg="mod">
          <ac:chgData name="Tinyiko Novela" userId="7cade4f434583875" providerId="LiveId" clId="{1BE626B5-4106-4419-9EB7-2B89C91C89DA}" dt="2026-04-28T17:48:06.096" v="962" actId="14100"/>
          <ac:graphicFrameMkLst>
            <pc:docMk/>
            <pc:sldMk cId="25800700" sldId="294"/>
            <ac:graphicFrameMk id="7" creationId="{89691F0E-E224-4251-0A38-5D0C109D5DBE}"/>
          </ac:graphicFrameMkLst>
        </pc:graphicFrameChg>
      </pc:sldChg>
      <pc:sldChg chg="addSp delSp modSp mod ord">
        <pc:chgData name="Tinyiko Novela" userId="7cade4f434583875" providerId="LiveId" clId="{1BE626B5-4106-4419-9EB7-2B89C91C89DA}" dt="2026-04-29T18:56:21.941" v="4432" actId="27918"/>
        <pc:sldMkLst>
          <pc:docMk/>
          <pc:sldMk cId="2575421478" sldId="295"/>
        </pc:sldMkLst>
        <pc:spChg chg="del mod">
          <ac:chgData name="Tinyiko Novela" userId="7cade4f434583875" providerId="LiveId" clId="{1BE626B5-4106-4419-9EB7-2B89C91C89DA}" dt="2026-04-28T18:49:52.949" v="2449" actId="478"/>
          <ac:spMkLst>
            <pc:docMk/>
            <pc:sldMk cId="2575421478" sldId="295"/>
            <ac:spMk id="3" creationId="{CC54EFB7-D784-43D1-1986-D70DE81A5EFB}"/>
          </ac:spMkLst>
        </pc:spChg>
        <pc:spChg chg="mod">
          <ac:chgData name="Tinyiko Novela" userId="7cade4f434583875" providerId="LiveId" clId="{1BE626B5-4106-4419-9EB7-2B89C91C89DA}" dt="2026-04-28T20:08:36.297" v="4173" actId="20577"/>
          <ac:spMkLst>
            <pc:docMk/>
            <pc:sldMk cId="2575421478" sldId="295"/>
            <ac:spMk id="5" creationId="{BA86A9EC-640F-47FB-AA92-2851B3012347}"/>
          </ac:spMkLst>
        </pc:spChg>
        <pc:spChg chg="add mod">
          <ac:chgData name="Tinyiko Novela" userId="7cade4f434583875" providerId="LiveId" clId="{1BE626B5-4106-4419-9EB7-2B89C91C89DA}" dt="2026-04-28T18:49:59.750" v="2451" actId="14100"/>
          <ac:spMkLst>
            <pc:docMk/>
            <pc:sldMk cId="2575421478" sldId="295"/>
            <ac:spMk id="6" creationId="{CF69901D-C70E-A2B5-F103-7D2C9588A04C}"/>
          </ac:spMkLst>
        </pc:spChg>
        <pc:spChg chg="add mod">
          <ac:chgData name="Tinyiko Novela" userId="7cade4f434583875" providerId="LiveId" clId="{1BE626B5-4106-4419-9EB7-2B89C91C89DA}" dt="2026-04-28T18:50:02.568" v="2452" actId="1076"/>
          <ac:spMkLst>
            <pc:docMk/>
            <pc:sldMk cId="2575421478" sldId="295"/>
            <ac:spMk id="7" creationId="{A0950EC7-6951-7E1D-742C-D731B6457482}"/>
          </ac:spMkLst>
        </pc:spChg>
        <pc:graphicFrameChg chg="mod">
          <ac:chgData name="Tinyiko Novela" userId="7cade4f434583875" providerId="LiveId" clId="{1BE626B5-4106-4419-9EB7-2B89C91C89DA}" dt="2026-04-28T16:39:27.637" v="199" actId="1076"/>
          <ac:graphicFrameMkLst>
            <pc:docMk/>
            <pc:sldMk cId="2575421478" sldId="295"/>
            <ac:graphicFrameMk id="2" creationId="{E3CDA8F5-FE7E-42AD-8FF7-9A1ECCD0F138}"/>
          </ac:graphicFrameMkLst>
        </pc:graphicFrameChg>
      </pc:sldChg>
      <pc:sldChg chg="modSp mod">
        <pc:chgData name="Tinyiko Novela" userId="7cade4f434583875" providerId="LiveId" clId="{1BE626B5-4106-4419-9EB7-2B89C91C89DA}" dt="2026-04-28T16:36:49.554" v="140" actId="20577"/>
        <pc:sldMkLst>
          <pc:docMk/>
          <pc:sldMk cId="1341901065" sldId="302"/>
        </pc:sldMkLst>
        <pc:spChg chg="mod">
          <ac:chgData name="Tinyiko Novela" userId="7cade4f434583875" providerId="LiveId" clId="{1BE626B5-4106-4419-9EB7-2B89C91C89DA}" dt="2026-04-28T16:36:49.554" v="140" actId="20577"/>
          <ac:spMkLst>
            <pc:docMk/>
            <pc:sldMk cId="1341901065" sldId="302"/>
            <ac:spMk id="7" creationId="{B21C28F5-3CA3-4B78-B5C9-550C00BB3174}"/>
          </ac:spMkLst>
        </pc:spChg>
      </pc:sldChg>
      <pc:sldChg chg="addSp delSp modSp mod ord">
        <pc:chgData name="Tinyiko Novela" userId="7cade4f434583875" providerId="LiveId" clId="{1BE626B5-4106-4419-9EB7-2B89C91C89DA}" dt="2026-04-29T18:54:47.367" v="4429" actId="20577"/>
        <pc:sldMkLst>
          <pc:docMk/>
          <pc:sldMk cId="3007378520" sldId="310"/>
        </pc:sldMkLst>
        <pc:spChg chg="mod">
          <ac:chgData name="Tinyiko Novela" userId="7cade4f434583875" providerId="LiveId" clId="{1BE626B5-4106-4419-9EB7-2B89C91C89DA}" dt="2026-04-29T18:54:47.367" v="4429" actId="20577"/>
          <ac:spMkLst>
            <pc:docMk/>
            <pc:sldMk cId="3007378520" sldId="310"/>
            <ac:spMk id="2" creationId="{5917E6D6-C63D-4A7C-B1F1-1E8117B25D1A}"/>
          </ac:spMkLst>
        </pc:spChg>
        <pc:spChg chg="add del mod">
          <ac:chgData name="Tinyiko Novela" userId="7cade4f434583875" providerId="LiveId" clId="{1BE626B5-4106-4419-9EB7-2B89C91C89DA}" dt="2026-04-28T19:10:12.741" v="2897" actId="478"/>
          <ac:spMkLst>
            <pc:docMk/>
            <pc:sldMk cId="3007378520" sldId="310"/>
            <ac:spMk id="4" creationId="{F4891471-4B6E-28B2-8B30-AF414BF60964}"/>
          </ac:spMkLst>
        </pc:spChg>
        <pc:spChg chg="add del mod">
          <ac:chgData name="Tinyiko Novela" userId="7cade4f434583875" providerId="LiveId" clId="{1BE626B5-4106-4419-9EB7-2B89C91C89DA}" dt="2026-04-28T19:10:19.491" v="2899" actId="478"/>
          <ac:spMkLst>
            <pc:docMk/>
            <pc:sldMk cId="3007378520" sldId="310"/>
            <ac:spMk id="6" creationId="{6AC57126-E027-C802-91F5-14DDC9A77B59}"/>
          </ac:spMkLst>
        </pc:spChg>
        <pc:spChg chg="del">
          <ac:chgData name="Tinyiko Novela" userId="7cade4f434583875" providerId="LiveId" clId="{1BE626B5-4106-4419-9EB7-2B89C91C89DA}" dt="2026-04-28T19:10:09.594" v="2896" actId="478"/>
          <ac:spMkLst>
            <pc:docMk/>
            <pc:sldMk cId="3007378520" sldId="310"/>
            <ac:spMk id="8" creationId="{96982E48-3FB5-4F2E-AE87-E5E083865796}"/>
          </ac:spMkLst>
        </pc:spChg>
        <pc:spChg chg="del">
          <ac:chgData name="Tinyiko Novela" userId="7cade4f434583875" providerId="LiveId" clId="{1BE626B5-4106-4419-9EB7-2B89C91C89DA}" dt="2026-04-28T19:10:16.276" v="2898" actId="478"/>
          <ac:spMkLst>
            <pc:docMk/>
            <pc:sldMk cId="3007378520" sldId="310"/>
            <ac:spMk id="9" creationId="{8127DC06-E3ED-47AA-A80C-6DC3AB8A23D3}"/>
          </ac:spMkLst>
        </pc:spChg>
        <pc:spChg chg="mod">
          <ac:chgData name="Tinyiko Novela" userId="7cade4f434583875" providerId="LiveId" clId="{1BE626B5-4106-4419-9EB7-2B89C91C89DA}" dt="2026-04-28T19:10:24.455" v="2900" actId="1076"/>
          <ac:spMkLst>
            <pc:docMk/>
            <pc:sldMk cId="3007378520" sldId="310"/>
            <ac:spMk id="11" creationId="{C42BCCC6-6D52-4984-A92F-8B1A8A903210}"/>
          </ac:spMkLst>
        </pc:spChg>
        <pc:spChg chg="mod">
          <ac:chgData name="Tinyiko Novela" userId="7cade4f434583875" providerId="LiveId" clId="{1BE626B5-4106-4419-9EB7-2B89C91C89DA}" dt="2026-04-28T19:12:27.943" v="3014" actId="20577"/>
          <ac:spMkLst>
            <pc:docMk/>
            <pc:sldMk cId="3007378520" sldId="310"/>
            <ac:spMk id="13" creationId="{35E2CA68-BFC9-485F-A53E-F4C27258EF06}"/>
          </ac:spMkLst>
        </pc:spChg>
      </pc:sldChg>
      <pc:sldChg chg="addSp delSp modSp mod">
        <pc:chgData name="Tinyiko Novela" userId="7cade4f434583875" providerId="LiveId" clId="{1BE626B5-4106-4419-9EB7-2B89C91C89DA}" dt="2026-04-29T19:24:49.917" v="5042" actId="20577"/>
        <pc:sldMkLst>
          <pc:docMk/>
          <pc:sldMk cId="3903608907" sldId="311"/>
        </pc:sldMkLst>
        <pc:spChg chg="add del mod">
          <ac:chgData name="Tinyiko Novela" userId="7cade4f434583875" providerId="LiveId" clId="{1BE626B5-4106-4419-9EB7-2B89C91C89DA}" dt="2026-04-29T19:21:17.987" v="5034" actId="478"/>
          <ac:spMkLst>
            <pc:docMk/>
            <pc:sldMk cId="3903608907" sldId="311"/>
            <ac:spMk id="3" creationId="{390112B0-6814-9104-DABE-22FCA098672E}"/>
          </ac:spMkLst>
        </pc:spChg>
        <pc:spChg chg="mod">
          <ac:chgData name="Tinyiko Novela" userId="7cade4f434583875" providerId="LiveId" clId="{1BE626B5-4106-4419-9EB7-2B89C91C89DA}" dt="2026-04-29T19:24:49.917" v="5042" actId="20577"/>
          <ac:spMkLst>
            <pc:docMk/>
            <pc:sldMk cId="3903608907" sldId="311"/>
            <ac:spMk id="5" creationId="{960AED82-F4F3-044A-B30A-FD32531BD7DF}"/>
          </ac:spMkLst>
        </pc:spChg>
        <pc:spChg chg="add del mod">
          <ac:chgData name="Tinyiko Novela" userId="7cade4f434583875" providerId="LiveId" clId="{1BE626B5-4106-4419-9EB7-2B89C91C89DA}" dt="2026-04-29T19:21:25.935" v="5036" actId="478"/>
          <ac:spMkLst>
            <pc:docMk/>
            <pc:sldMk cId="3903608907" sldId="311"/>
            <ac:spMk id="6" creationId="{34505451-54B7-D3DD-D146-2562FA371CF4}"/>
          </ac:spMkLst>
        </pc:spChg>
        <pc:spChg chg="del mod">
          <ac:chgData name="Tinyiko Novela" userId="7cade4f434583875" providerId="LiveId" clId="{1BE626B5-4106-4419-9EB7-2B89C91C89DA}" dt="2026-04-29T19:21:13.685" v="5033" actId="478"/>
          <ac:spMkLst>
            <pc:docMk/>
            <pc:sldMk cId="3903608907" sldId="311"/>
            <ac:spMk id="8" creationId="{EFCE041C-95BD-44D2-B6C1-24D83ADE17A2}"/>
          </ac:spMkLst>
        </pc:spChg>
        <pc:spChg chg="del mod">
          <ac:chgData name="Tinyiko Novela" userId="7cade4f434583875" providerId="LiveId" clId="{1BE626B5-4106-4419-9EB7-2B89C91C89DA}" dt="2026-04-29T19:21:29.712" v="5037" actId="478"/>
          <ac:spMkLst>
            <pc:docMk/>
            <pc:sldMk cId="3903608907" sldId="311"/>
            <ac:spMk id="9" creationId="{5EB1EB18-010F-4370-A5A6-0A68EC2345C4}"/>
          </ac:spMkLst>
        </pc:spChg>
        <pc:spChg chg="add del mod">
          <ac:chgData name="Tinyiko Novela" userId="7cade4f434583875" providerId="LiveId" clId="{1BE626B5-4106-4419-9EB7-2B89C91C89DA}" dt="2026-04-29T19:21:32.608" v="5038" actId="478"/>
          <ac:spMkLst>
            <pc:docMk/>
            <pc:sldMk cId="3903608907" sldId="311"/>
            <ac:spMk id="10" creationId="{ECE6A707-5C2F-A324-E993-9E25D98532B2}"/>
          </ac:spMkLst>
        </pc:spChg>
        <pc:spChg chg="mod">
          <ac:chgData name="Tinyiko Novela" userId="7cade4f434583875" providerId="LiveId" clId="{1BE626B5-4106-4419-9EB7-2B89C91C89DA}" dt="2026-04-29T19:21:41.215" v="5040" actId="1076"/>
          <ac:spMkLst>
            <pc:docMk/>
            <pc:sldMk cId="3903608907" sldId="311"/>
            <ac:spMk id="11" creationId="{3F833AD6-5D57-BE44-8842-EAACC39A6BEE}"/>
          </ac:spMkLst>
        </pc:spChg>
        <pc:spChg chg="mod">
          <ac:chgData name="Tinyiko Novela" userId="7cade4f434583875" providerId="LiveId" clId="{1BE626B5-4106-4419-9EB7-2B89C91C89DA}" dt="2026-04-29T19:21:44.902" v="5041" actId="1076"/>
          <ac:spMkLst>
            <pc:docMk/>
            <pc:sldMk cId="3903608907" sldId="311"/>
            <ac:spMk id="15" creationId="{69205F1B-456F-AF42-81AD-D646AEB4F714}"/>
          </ac:spMkLst>
        </pc:spChg>
        <pc:spChg chg="del mod">
          <ac:chgData name="Tinyiko Novela" userId="7cade4f434583875" providerId="LiveId" clId="{1BE626B5-4106-4419-9EB7-2B89C91C89DA}" dt="2026-04-29T19:21:22.777" v="5035" actId="478"/>
          <ac:spMkLst>
            <pc:docMk/>
            <pc:sldMk cId="3903608907" sldId="311"/>
            <ac:spMk id="16" creationId="{F5DCF7EA-3411-4C0C-80B9-EA80529F6425}"/>
          </ac:spMkLst>
        </pc:spChg>
      </pc:sldChg>
      <pc:sldChg chg="addSp modSp del mod ord">
        <pc:chgData name="Tinyiko Novela" userId="7cade4f434583875" providerId="LiveId" clId="{1BE626B5-4106-4419-9EB7-2B89C91C89DA}" dt="2026-04-29T18:15:18.472" v="4410" actId="2696"/>
        <pc:sldMkLst>
          <pc:docMk/>
          <pc:sldMk cId="4120671462" sldId="312"/>
        </pc:sldMkLst>
        <pc:spChg chg="add mod">
          <ac:chgData name="Tinyiko Novela" userId="7cade4f434583875" providerId="LiveId" clId="{1BE626B5-4106-4419-9EB7-2B89C91C89DA}" dt="2026-04-28T20:13:08.928" v="4226" actId="1076"/>
          <ac:spMkLst>
            <pc:docMk/>
            <pc:sldMk cId="4120671462" sldId="312"/>
            <ac:spMk id="3" creationId="{E4B8BBED-BB98-A7B2-1C49-63781C9623AD}"/>
          </ac:spMkLst>
        </pc:spChg>
        <pc:spChg chg="mod">
          <ac:chgData name="Tinyiko Novela" userId="7cade4f434583875" providerId="LiveId" clId="{1BE626B5-4106-4419-9EB7-2B89C91C89DA}" dt="2026-04-28T18:35:25.267" v="1781" actId="21"/>
          <ac:spMkLst>
            <pc:docMk/>
            <pc:sldMk cId="4120671462" sldId="312"/>
            <ac:spMk id="7" creationId="{64DBD184-BCBE-4A38-8DF2-C0C550ADE4C4}"/>
          </ac:spMkLst>
        </pc:spChg>
        <pc:spChg chg="mod">
          <ac:chgData name="Tinyiko Novela" userId="7cade4f434583875" providerId="LiveId" clId="{1BE626B5-4106-4419-9EB7-2B89C91C89DA}" dt="2026-04-28T18:32:36.596" v="1671" actId="20577"/>
          <ac:spMkLst>
            <pc:docMk/>
            <pc:sldMk cId="4120671462" sldId="312"/>
            <ac:spMk id="11" creationId="{0A302878-D117-49D8-8CD3-093E34DF215B}"/>
          </ac:spMkLst>
        </pc:spChg>
        <pc:spChg chg="mod">
          <ac:chgData name="Tinyiko Novela" userId="7cade4f434583875" providerId="LiveId" clId="{1BE626B5-4106-4419-9EB7-2B89C91C89DA}" dt="2026-04-28T20:13:35.688" v="4227"/>
          <ac:spMkLst>
            <pc:docMk/>
            <pc:sldMk cId="4120671462" sldId="312"/>
            <ac:spMk id="15" creationId="{802A63E6-17C3-4C42-AD30-C1D1236CE8C7}"/>
          </ac:spMkLst>
        </pc:spChg>
        <pc:spChg chg="mod">
          <ac:chgData name="Tinyiko Novela" userId="7cade4f434583875" providerId="LiveId" clId="{1BE626B5-4106-4419-9EB7-2B89C91C89DA}" dt="2026-04-28T18:39:52.697" v="2126" actId="20577"/>
          <ac:spMkLst>
            <pc:docMk/>
            <pc:sldMk cId="4120671462" sldId="312"/>
            <ac:spMk id="17" creationId="{4B6D4D59-1662-44D5-B239-F9F86487BE32}"/>
          </ac:spMkLst>
        </pc:spChg>
      </pc:sldChg>
      <pc:sldChg chg="modSp mod">
        <pc:chgData name="Tinyiko Novela" userId="7cade4f434583875" providerId="LiveId" clId="{1BE626B5-4106-4419-9EB7-2B89C91C89DA}" dt="2026-04-29T18:52:02.297" v="4419" actId="255"/>
        <pc:sldMkLst>
          <pc:docMk/>
          <pc:sldMk cId="3696770303" sldId="315"/>
        </pc:sldMkLst>
        <pc:spChg chg="mod">
          <ac:chgData name="Tinyiko Novela" userId="7cade4f434583875" providerId="LiveId" clId="{1BE626B5-4106-4419-9EB7-2B89C91C89DA}" dt="2026-04-29T18:52:02.297" v="4419" actId="255"/>
          <ac:spMkLst>
            <pc:docMk/>
            <pc:sldMk cId="3696770303" sldId="315"/>
            <ac:spMk id="8" creationId="{6F03AADD-A4FE-4CE8-944C-3F9C9777F0AB}"/>
          </ac:spMkLst>
        </pc:spChg>
      </pc:sldChg>
      <pc:sldChg chg="del">
        <pc:chgData name="Tinyiko Novela" userId="7cade4f434583875" providerId="LiveId" clId="{1BE626B5-4106-4419-9EB7-2B89C91C89DA}" dt="2026-04-28T18:50:17.428" v="2453" actId="2696"/>
        <pc:sldMkLst>
          <pc:docMk/>
          <pc:sldMk cId="1110251285" sldId="325"/>
        </pc:sldMkLst>
      </pc:sldChg>
      <pc:sldChg chg="addSp delSp modSp mod ord">
        <pc:chgData name="Tinyiko Novela" userId="7cade4f434583875" providerId="LiveId" clId="{1BE626B5-4106-4419-9EB7-2B89C91C89DA}" dt="2026-04-29T19:06:55.346" v="4552" actId="20577"/>
        <pc:sldMkLst>
          <pc:docMk/>
          <pc:sldMk cId="2799444414" sldId="327"/>
        </pc:sldMkLst>
        <pc:spChg chg="del mod">
          <ac:chgData name="Tinyiko Novela" userId="7cade4f434583875" providerId="LiveId" clId="{1BE626B5-4106-4419-9EB7-2B89C91C89DA}" dt="2026-04-28T19:51:55.625" v="3571" actId="478"/>
          <ac:spMkLst>
            <pc:docMk/>
            <pc:sldMk cId="2799444414" sldId="327"/>
            <ac:spMk id="3" creationId="{669C1D77-B513-90D6-BFE1-2B54526CD4C8}"/>
          </ac:spMkLst>
        </pc:spChg>
        <pc:spChg chg="mod">
          <ac:chgData name="Tinyiko Novela" userId="7cade4f434583875" providerId="LiveId" clId="{1BE626B5-4106-4419-9EB7-2B89C91C89DA}" dt="2026-04-28T19:52:37.788" v="3651" actId="20577"/>
          <ac:spMkLst>
            <pc:docMk/>
            <pc:sldMk cId="2799444414" sldId="327"/>
            <ac:spMk id="5" creationId="{5858E78D-6965-8DF0-2647-94749BEB523C}"/>
          </ac:spMkLst>
        </pc:spChg>
        <pc:spChg chg="add mod">
          <ac:chgData name="Tinyiko Novela" userId="7cade4f434583875" providerId="LiveId" clId="{1BE626B5-4106-4419-9EB7-2B89C91C89DA}" dt="2026-04-29T19:06:55.346" v="4552" actId="20577"/>
          <ac:spMkLst>
            <pc:docMk/>
            <pc:sldMk cId="2799444414" sldId="327"/>
            <ac:spMk id="10" creationId="{1A9DA684-39C5-0B9F-7C3B-9EB810038215}"/>
          </ac:spMkLst>
        </pc:spChg>
        <pc:spChg chg="add mod">
          <ac:chgData name="Tinyiko Novela" userId="7cade4f434583875" providerId="LiveId" clId="{1BE626B5-4106-4419-9EB7-2B89C91C89DA}" dt="2026-04-29T17:59:11.341" v="4344" actId="1076"/>
          <ac:spMkLst>
            <pc:docMk/>
            <pc:sldMk cId="2799444414" sldId="327"/>
            <ac:spMk id="11" creationId="{00CC4024-5A94-972B-5824-01102DEDDAE8}"/>
          </ac:spMkLst>
        </pc:spChg>
        <pc:graphicFrameChg chg="mod">
          <ac:chgData name="Tinyiko Novela" userId="7cade4f434583875" providerId="LiveId" clId="{1BE626B5-4106-4419-9EB7-2B89C91C89DA}" dt="2026-04-29T17:58:59.939" v="4342" actId="14100"/>
          <ac:graphicFrameMkLst>
            <pc:docMk/>
            <pc:sldMk cId="2799444414" sldId="327"/>
            <ac:graphicFrameMk id="4" creationId="{81878401-3BDA-1E8F-E6A4-D8DB060DB144}"/>
          </ac:graphicFrameMkLst>
        </pc:graphicFrameChg>
        <pc:graphicFrameChg chg="add del mod">
          <ac:chgData name="Tinyiko Novela" userId="7cade4f434583875" providerId="LiveId" clId="{1BE626B5-4106-4419-9EB7-2B89C91C89DA}" dt="2026-04-28T19:33:38.780" v="3510" actId="478"/>
          <ac:graphicFrameMkLst>
            <pc:docMk/>
            <pc:sldMk cId="2799444414" sldId="327"/>
            <ac:graphicFrameMk id="6" creationId="{EDCB6C40-8277-B33E-56F3-8D0A56422FD2}"/>
          </ac:graphicFrameMkLst>
        </pc:graphicFrameChg>
        <pc:graphicFrameChg chg="add del mod modGraphic">
          <ac:chgData name="Tinyiko Novela" userId="7cade4f434583875" providerId="LiveId" clId="{1BE626B5-4106-4419-9EB7-2B89C91C89DA}" dt="2026-04-28T19:38:27.938" v="3537" actId="478"/>
          <ac:graphicFrameMkLst>
            <pc:docMk/>
            <pc:sldMk cId="2799444414" sldId="327"/>
            <ac:graphicFrameMk id="7" creationId="{5AA15816-9EBE-E03C-08FF-1DF47901B38E}"/>
          </ac:graphicFrameMkLst>
        </pc:graphicFrameChg>
        <pc:graphicFrameChg chg="add del mod modGraphic">
          <ac:chgData name="Tinyiko Novela" userId="7cade4f434583875" providerId="LiveId" clId="{1BE626B5-4106-4419-9EB7-2B89C91C89DA}" dt="2026-04-28T19:48:49.498" v="3548" actId="478"/>
          <ac:graphicFrameMkLst>
            <pc:docMk/>
            <pc:sldMk cId="2799444414" sldId="327"/>
            <ac:graphicFrameMk id="8" creationId="{01B1DE46-7423-EB64-D493-BB368E89CF45}"/>
          </ac:graphicFrameMkLst>
        </pc:graphicFrameChg>
        <pc:graphicFrameChg chg="add mod modGraphic">
          <ac:chgData name="Tinyiko Novela" userId="7cade4f434583875" providerId="LiveId" clId="{1BE626B5-4106-4419-9EB7-2B89C91C89DA}" dt="2026-04-28T19:50:59.416" v="3564" actId="121"/>
          <ac:graphicFrameMkLst>
            <pc:docMk/>
            <pc:sldMk cId="2799444414" sldId="327"/>
            <ac:graphicFrameMk id="9" creationId="{DF602C3D-E6A3-DF3D-BBED-CE35D86EB64F}"/>
          </ac:graphicFrameMkLst>
        </pc:graphicFrameChg>
      </pc:sldChg>
      <pc:sldChg chg="addSp delSp modSp mod ord">
        <pc:chgData name="Tinyiko Novela" userId="7cade4f434583875" providerId="LiveId" clId="{1BE626B5-4106-4419-9EB7-2B89C91C89DA}" dt="2026-04-29T19:08:21.061" v="4557" actId="255"/>
        <pc:sldMkLst>
          <pc:docMk/>
          <pc:sldMk cId="3500305837" sldId="328"/>
        </pc:sldMkLst>
        <pc:spChg chg="del">
          <ac:chgData name="Tinyiko Novela" userId="7cade4f434583875" providerId="LiveId" clId="{1BE626B5-4106-4419-9EB7-2B89C91C89DA}" dt="2026-04-28T18:26:36.639" v="1522" actId="478"/>
          <ac:spMkLst>
            <pc:docMk/>
            <pc:sldMk cId="3500305837" sldId="328"/>
            <ac:spMk id="3" creationId="{C7F8E715-E16D-9228-64C3-E35FF46ACBBE}"/>
          </ac:spMkLst>
        </pc:spChg>
        <pc:spChg chg="mod">
          <ac:chgData name="Tinyiko Novela" userId="7cade4f434583875" providerId="LiveId" clId="{1BE626B5-4106-4419-9EB7-2B89C91C89DA}" dt="2026-04-28T20:07:18.141" v="4097" actId="20577"/>
          <ac:spMkLst>
            <pc:docMk/>
            <pc:sldMk cId="3500305837" sldId="328"/>
            <ac:spMk id="5" creationId="{119A1B41-C412-2201-2BB2-0B0380806266}"/>
          </ac:spMkLst>
        </pc:spChg>
        <pc:spChg chg="add mod">
          <ac:chgData name="Tinyiko Novela" userId="7cade4f434583875" providerId="LiveId" clId="{1BE626B5-4106-4419-9EB7-2B89C91C89DA}" dt="2026-04-28T18:29:42.301" v="1621" actId="20577"/>
          <ac:spMkLst>
            <pc:docMk/>
            <pc:sldMk cId="3500305837" sldId="328"/>
            <ac:spMk id="7" creationId="{0FFB8A02-D64A-8E5F-DFA5-78D79AE19215}"/>
          </ac:spMkLst>
        </pc:spChg>
        <pc:spChg chg="add mod">
          <ac:chgData name="Tinyiko Novela" userId="7cade4f434583875" providerId="LiveId" clId="{1BE626B5-4106-4419-9EB7-2B89C91C89DA}" dt="2026-04-29T19:08:21.061" v="4557" actId="255"/>
          <ac:spMkLst>
            <pc:docMk/>
            <pc:sldMk cId="3500305837" sldId="328"/>
            <ac:spMk id="8" creationId="{919CACA8-897F-2DF5-1B57-4D5EDFF91F26}"/>
          </ac:spMkLst>
        </pc:spChg>
        <pc:graphicFrameChg chg="del">
          <ac:chgData name="Tinyiko Novela" userId="7cade4f434583875" providerId="LiveId" clId="{1BE626B5-4106-4419-9EB7-2B89C91C89DA}" dt="2026-04-28T17:19:18.832" v="596" actId="478"/>
          <ac:graphicFrameMkLst>
            <pc:docMk/>
            <pc:sldMk cId="3500305837" sldId="328"/>
            <ac:graphicFrameMk id="2" creationId="{50D48536-A02F-803F-262F-8A9758017E1A}"/>
          </ac:graphicFrameMkLst>
        </pc:graphicFrameChg>
        <pc:graphicFrameChg chg="add mod">
          <ac:chgData name="Tinyiko Novela" userId="7cade4f434583875" providerId="LiveId" clId="{1BE626B5-4106-4419-9EB7-2B89C91C89DA}" dt="2026-04-28T17:19:32.733" v="602" actId="14100"/>
          <ac:graphicFrameMkLst>
            <pc:docMk/>
            <pc:sldMk cId="3500305837" sldId="328"/>
            <ac:graphicFrameMk id="6" creationId="{A0AEF27A-D005-7ABF-C8F4-E66974325790}"/>
          </ac:graphicFrameMkLst>
        </pc:graphicFrameChg>
      </pc:sldChg>
      <pc:sldChg chg="addSp delSp modSp mod ord">
        <pc:chgData name="Tinyiko Novela" userId="7cade4f434583875" providerId="LiveId" clId="{1BE626B5-4106-4419-9EB7-2B89C91C89DA}" dt="2026-04-29T18:59:23.010" v="4493" actId="478"/>
        <pc:sldMkLst>
          <pc:docMk/>
          <pc:sldMk cId="2906001057" sldId="329"/>
        </pc:sldMkLst>
        <pc:spChg chg="del mod">
          <ac:chgData name="Tinyiko Novela" userId="7cade4f434583875" providerId="LiveId" clId="{1BE626B5-4106-4419-9EB7-2B89C91C89DA}" dt="2026-04-28T18:46:04.953" v="2263" actId="478"/>
          <ac:spMkLst>
            <pc:docMk/>
            <pc:sldMk cId="2906001057" sldId="329"/>
            <ac:spMk id="3" creationId="{78FEF1AF-D9FB-4985-84E8-5F615B595500}"/>
          </ac:spMkLst>
        </pc:spChg>
        <pc:spChg chg="mod">
          <ac:chgData name="Tinyiko Novela" userId="7cade4f434583875" providerId="LiveId" clId="{1BE626B5-4106-4419-9EB7-2B89C91C89DA}" dt="2026-04-28T20:09:13.946" v="4205" actId="20577"/>
          <ac:spMkLst>
            <pc:docMk/>
            <pc:sldMk cId="2906001057" sldId="329"/>
            <ac:spMk id="5" creationId="{8E481964-1DD6-1328-F3D4-AE9B5BA57D68}"/>
          </ac:spMkLst>
        </pc:spChg>
        <pc:spChg chg="add mod">
          <ac:chgData name="Tinyiko Novela" userId="7cade4f434583875" providerId="LiveId" clId="{1BE626B5-4106-4419-9EB7-2B89C91C89DA}" dt="2026-04-28T18:46:11.032" v="2264" actId="1076"/>
          <ac:spMkLst>
            <pc:docMk/>
            <pc:sldMk cId="2906001057" sldId="329"/>
            <ac:spMk id="7" creationId="{865B09B7-EF5D-E5B7-389D-CD11954305F5}"/>
          </ac:spMkLst>
        </pc:spChg>
        <pc:spChg chg="add del mod">
          <ac:chgData name="Tinyiko Novela" userId="7cade4f434583875" providerId="LiveId" clId="{1BE626B5-4106-4419-9EB7-2B89C91C89DA}" dt="2026-04-29T18:59:23.010" v="4493" actId="478"/>
          <ac:spMkLst>
            <pc:docMk/>
            <pc:sldMk cId="2906001057" sldId="329"/>
            <ac:spMk id="8" creationId="{F8BE8259-D9E4-9200-C2C5-AE0B519A9435}"/>
          </ac:spMkLst>
        </pc:spChg>
        <pc:graphicFrameChg chg="mod">
          <ac:chgData name="Tinyiko Novela" userId="7cade4f434583875" providerId="LiveId" clId="{1BE626B5-4106-4419-9EB7-2B89C91C89DA}" dt="2026-04-29T18:57:56.515" v="4437" actId="1076"/>
          <ac:graphicFrameMkLst>
            <pc:docMk/>
            <pc:sldMk cId="2906001057" sldId="329"/>
            <ac:graphicFrameMk id="4" creationId="{19730EDE-DE4A-4193-B8E1-93C0F6CFB2F3}"/>
          </ac:graphicFrameMkLst>
        </pc:graphicFrameChg>
        <pc:graphicFrameChg chg="add mod">
          <ac:chgData name="Tinyiko Novela" userId="7cade4f434583875" providerId="LiveId" clId="{1BE626B5-4106-4419-9EB7-2B89C91C89DA}" dt="2026-04-29T18:58:00.625" v="4438" actId="1076"/>
          <ac:graphicFrameMkLst>
            <pc:docMk/>
            <pc:sldMk cId="2906001057" sldId="329"/>
            <ac:graphicFrameMk id="6" creationId="{C8FADA42-6857-46EA-8590-3C0CAF8C1303}"/>
          </ac:graphicFrameMkLst>
        </pc:graphicFrameChg>
      </pc:sldChg>
      <pc:sldChg chg="addSp delSp modSp mod ord">
        <pc:chgData name="Tinyiko Novela" userId="7cade4f434583875" providerId="LiveId" clId="{1BE626B5-4106-4419-9EB7-2B89C91C89DA}" dt="2026-04-29T19:07:06.863" v="4555" actId="27918"/>
        <pc:sldMkLst>
          <pc:docMk/>
          <pc:sldMk cId="2686346271" sldId="330"/>
        </pc:sldMkLst>
        <pc:spChg chg="del mod">
          <ac:chgData name="Tinyiko Novela" userId="7cade4f434583875" providerId="LiveId" clId="{1BE626B5-4106-4419-9EB7-2B89C91C89DA}" dt="2026-04-28T17:39:10.335" v="902" actId="478"/>
          <ac:spMkLst>
            <pc:docMk/>
            <pc:sldMk cId="2686346271" sldId="330"/>
            <ac:spMk id="3" creationId="{43D28F35-0971-E8DB-1112-198422427BB7}"/>
          </ac:spMkLst>
        </pc:spChg>
        <pc:spChg chg="mod">
          <ac:chgData name="Tinyiko Novela" userId="7cade4f434583875" providerId="LiveId" clId="{1BE626B5-4106-4419-9EB7-2B89C91C89DA}" dt="2026-04-28T19:55:16.200" v="3749" actId="20577"/>
          <ac:spMkLst>
            <pc:docMk/>
            <pc:sldMk cId="2686346271" sldId="330"/>
            <ac:spMk id="5" creationId="{22A38F65-5006-5C50-AD3A-BB1F7B358EC9}"/>
          </ac:spMkLst>
        </pc:spChg>
        <pc:spChg chg="add mod">
          <ac:chgData name="Tinyiko Novela" userId="7cade4f434583875" providerId="LiveId" clId="{1BE626B5-4106-4419-9EB7-2B89C91C89DA}" dt="2026-04-28T20:06:39.094" v="4063" actId="255"/>
          <ac:spMkLst>
            <pc:docMk/>
            <pc:sldMk cId="2686346271" sldId="330"/>
            <ac:spMk id="7" creationId="{CC2B42C6-FD19-39DB-AC7D-3EE20ACD810D}"/>
          </ac:spMkLst>
        </pc:spChg>
        <pc:spChg chg="add mod">
          <ac:chgData name="Tinyiko Novela" userId="7cade4f434583875" providerId="LiveId" clId="{1BE626B5-4106-4419-9EB7-2B89C91C89DA}" dt="2026-04-28T20:06:45.816" v="4064" actId="255"/>
          <ac:spMkLst>
            <pc:docMk/>
            <pc:sldMk cId="2686346271" sldId="330"/>
            <ac:spMk id="8" creationId="{F96BA3EA-5D53-8857-1051-DE8959EF7680}"/>
          </ac:spMkLst>
        </pc:spChg>
        <pc:graphicFrameChg chg="mod">
          <ac:chgData name="Tinyiko Novela" userId="7cade4f434583875" providerId="LiveId" clId="{1BE626B5-4106-4419-9EB7-2B89C91C89DA}" dt="2026-04-28T20:02:17.529" v="3787" actId="14100"/>
          <ac:graphicFrameMkLst>
            <pc:docMk/>
            <pc:sldMk cId="2686346271" sldId="330"/>
            <ac:graphicFrameMk id="6" creationId="{96CB2BF2-EF6C-4682-AE87-D9BB5658A371}"/>
          </ac:graphicFrameMkLst>
        </pc:graphicFrameChg>
        <pc:graphicFrameChg chg="add mod">
          <ac:chgData name="Tinyiko Novela" userId="7cade4f434583875" providerId="LiveId" clId="{1BE626B5-4106-4419-9EB7-2B89C91C89DA}" dt="2026-04-28T20:01:23.770" v="3776" actId="692"/>
          <ac:graphicFrameMkLst>
            <pc:docMk/>
            <pc:sldMk cId="2686346271" sldId="330"/>
            <ac:graphicFrameMk id="9" creationId="{D6255B30-25FC-A6C3-993D-5CE9B3788DBD}"/>
          </ac:graphicFrameMkLst>
        </pc:graphicFrameChg>
        <pc:graphicFrameChg chg="add mod">
          <ac:chgData name="Tinyiko Novela" userId="7cade4f434583875" providerId="LiveId" clId="{1BE626B5-4106-4419-9EB7-2B89C91C89DA}" dt="2026-04-28T20:01:58.265" v="3783" actId="1076"/>
          <ac:graphicFrameMkLst>
            <pc:docMk/>
            <pc:sldMk cId="2686346271" sldId="330"/>
            <ac:graphicFrameMk id="10" creationId="{A1B139D9-E278-4AFC-BEDB-E6B0D87801E2}"/>
          </ac:graphicFrameMkLst>
        </pc:graphicFrameChg>
      </pc:sldChg>
      <pc:sldChg chg="addSp delSp modSp mod ord">
        <pc:chgData name="Tinyiko Novela" userId="7cade4f434583875" providerId="LiveId" clId="{1BE626B5-4106-4419-9EB7-2B89C91C89DA}" dt="2026-04-29T19:10:12.025" v="4604" actId="1076"/>
        <pc:sldMkLst>
          <pc:docMk/>
          <pc:sldMk cId="2575046552" sldId="331"/>
        </pc:sldMkLst>
        <pc:spChg chg="del mod">
          <ac:chgData name="Tinyiko Novela" userId="7cade4f434583875" providerId="LiveId" clId="{1BE626B5-4106-4419-9EB7-2B89C91C89DA}" dt="2026-04-28T17:33:14.554" v="611" actId="478"/>
          <ac:spMkLst>
            <pc:docMk/>
            <pc:sldMk cId="2575046552" sldId="331"/>
            <ac:spMk id="3" creationId="{78C93406-351E-0171-856D-090B775A81DB}"/>
          </ac:spMkLst>
        </pc:spChg>
        <pc:spChg chg="mod">
          <ac:chgData name="Tinyiko Novela" userId="7cade4f434583875" providerId="LiveId" clId="{1BE626B5-4106-4419-9EB7-2B89C91C89DA}" dt="2026-04-28T20:08:47.478" v="4188" actId="20577"/>
          <ac:spMkLst>
            <pc:docMk/>
            <pc:sldMk cId="2575046552" sldId="331"/>
            <ac:spMk id="5" creationId="{4B3AA8D1-8AFA-08B2-5B28-B8FC70E82F73}"/>
          </ac:spMkLst>
        </pc:spChg>
        <pc:spChg chg="add mod">
          <ac:chgData name="Tinyiko Novela" userId="7cade4f434583875" providerId="LiveId" clId="{1BE626B5-4106-4419-9EB7-2B89C91C89DA}" dt="2026-04-29T19:10:12.025" v="4604" actId="1076"/>
          <ac:spMkLst>
            <pc:docMk/>
            <pc:sldMk cId="2575046552" sldId="331"/>
            <ac:spMk id="6" creationId="{AA0AC858-EE53-C904-08B5-CBD8CD64EAAB}"/>
          </ac:spMkLst>
        </pc:spChg>
        <pc:spChg chg="add mod">
          <ac:chgData name="Tinyiko Novela" userId="7cade4f434583875" providerId="LiveId" clId="{1BE626B5-4106-4419-9EB7-2B89C91C89DA}" dt="2026-04-29T19:10:08.935" v="4603" actId="1076"/>
          <ac:spMkLst>
            <pc:docMk/>
            <pc:sldMk cId="2575046552" sldId="331"/>
            <ac:spMk id="7" creationId="{D37014BC-8BB6-F7B2-1895-DA5F257BAA9A}"/>
          </ac:spMkLst>
        </pc:spChg>
        <pc:graphicFrameChg chg="mod">
          <ac:chgData name="Tinyiko Novela" userId="7cade4f434583875" providerId="LiveId" clId="{1BE626B5-4106-4419-9EB7-2B89C91C89DA}" dt="2026-04-29T18:14:04.572" v="4356" actId="1076"/>
          <ac:graphicFrameMkLst>
            <pc:docMk/>
            <pc:sldMk cId="2575046552" sldId="331"/>
            <ac:graphicFrameMk id="4" creationId="{18F8B27D-8F93-604E-6CEF-31B25B4EFF70}"/>
          </ac:graphicFrameMkLst>
        </pc:graphicFrameChg>
        <pc:graphicFrameChg chg="add del mod modGraphic">
          <ac:chgData name="Tinyiko Novela" userId="7cade4f434583875" providerId="LiveId" clId="{1BE626B5-4106-4419-9EB7-2B89C91C89DA}" dt="2026-04-28T20:30:29.971" v="4236" actId="478"/>
          <ac:graphicFrameMkLst>
            <pc:docMk/>
            <pc:sldMk cId="2575046552" sldId="331"/>
            <ac:graphicFrameMk id="8" creationId="{C9A9508A-8AA6-7E6F-4407-41957E6A51E0}"/>
          </ac:graphicFrameMkLst>
        </pc:graphicFrameChg>
        <pc:graphicFrameChg chg="add mod">
          <ac:chgData name="Tinyiko Novela" userId="7cade4f434583875" providerId="LiveId" clId="{1BE626B5-4106-4419-9EB7-2B89C91C89DA}" dt="2026-04-29T18:14:57.034" v="4408" actId="1076"/>
          <ac:graphicFrameMkLst>
            <pc:docMk/>
            <pc:sldMk cId="2575046552" sldId="331"/>
            <ac:graphicFrameMk id="9" creationId="{2BBF7BBD-267B-CDF2-8D86-AA06E868ECD1}"/>
          </ac:graphicFrameMkLst>
        </pc:graphicFrameChg>
      </pc:sldChg>
      <pc:sldChg chg="addSp delSp modSp add del mod">
        <pc:chgData name="Tinyiko Novela" userId="7cade4f434583875" providerId="LiveId" clId="{1BE626B5-4106-4419-9EB7-2B89C91C89DA}" dt="2026-04-28T18:26:01.195" v="1521" actId="2696"/>
        <pc:sldMkLst>
          <pc:docMk/>
          <pc:sldMk cId="3715975874" sldId="332"/>
        </pc:sldMkLst>
      </pc:sldChg>
      <pc:sldChg chg="addSp delSp modSp add mod ord">
        <pc:chgData name="Tinyiko Novela" userId="7cade4f434583875" providerId="LiveId" clId="{1BE626B5-4106-4419-9EB7-2B89C91C89DA}" dt="2026-04-29T19:06:32.337" v="4551" actId="1076"/>
        <pc:sldMkLst>
          <pc:docMk/>
          <pc:sldMk cId="3574538392" sldId="333"/>
        </pc:sldMkLst>
        <pc:spChg chg="mod">
          <ac:chgData name="Tinyiko Novela" userId="7cade4f434583875" providerId="LiveId" clId="{1BE626B5-4106-4419-9EB7-2B89C91C89DA}" dt="2026-04-29T17:53:49.544" v="4296" actId="1076"/>
          <ac:spMkLst>
            <pc:docMk/>
            <pc:sldMk cId="3574538392" sldId="333"/>
            <ac:spMk id="5" creationId="{27A54CFE-5102-7BCF-2717-30F08D228751}"/>
          </ac:spMkLst>
        </pc:spChg>
        <pc:spChg chg="add del mod">
          <ac:chgData name="Tinyiko Novela" userId="7cade4f434583875" providerId="LiveId" clId="{1BE626B5-4106-4419-9EB7-2B89C91C89DA}" dt="2026-04-29T19:06:32.337" v="4551" actId="1076"/>
          <ac:spMkLst>
            <pc:docMk/>
            <pc:sldMk cId="3574538392" sldId="333"/>
            <ac:spMk id="6" creationId="{55916DFF-FDB9-F704-9470-118F64268CD3}"/>
          </ac:spMkLst>
        </pc:spChg>
        <pc:spChg chg="mod">
          <ac:chgData name="Tinyiko Novela" userId="7cade4f434583875" providerId="LiveId" clId="{1BE626B5-4106-4419-9EB7-2B89C91C89DA}" dt="2026-04-29T19:06:20.230" v="4549" actId="1076"/>
          <ac:spMkLst>
            <pc:docMk/>
            <pc:sldMk cId="3574538392" sldId="333"/>
            <ac:spMk id="7" creationId="{454CC3B1-DCDE-52FA-9BDE-A86CBB9EE7E8}"/>
          </ac:spMkLst>
        </pc:spChg>
        <pc:graphicFrameChg chg="add mod">
          <ac:chgData name="Tinyiko Novela" userId="7cade4f434583875" providerId="LiveId" clId="{1BE626B5-4106-4419-9EB7-2B89C91C89DA}" dt="2026-04-29T19:02:30.301" v="4505" actId="1076"/>
          <ac:graphicFrameMkLst>
            <pc:docMk/>
            <pc:sldMk cId="3574538392" sldId="333"/>
            <ac:graphicFrameMk id="2" creationId="{755C8655-89F8-7253-B955-458DF64521D6}"/>
          </ac:graphicFrameMkLst>
        </pc:graphicFrameChg>
        <pc:graphicFrameChg chg="add del mod modGraphic">
          <ac:chgData name="Tinyiko Novela" userId="7cade4f434583875" providerId="LiveId" clId="{1BE626B5-4106-4419-9EB7-2B89C91C89DA}" dt="2026-04-28T18:17:30.508" v="1371" actId="478"/>
          <ac:graphicFrameMkLst>
            <pc:docMk/>
            <pc:sldMk cId="3574538392" sldId="333"/>
            <ac:graphicFrameMk id="3" creationId="{B3C6233B-3BEB-2A81-CD48-3233A3715FED}"/>
          </ac:graphicFrameMkLst>
        </pc:graphicFrameChg>
        <pc:graphicFrameChg chg="del">
          <ac:chgData name="Tinyiko Novela" userId="7cade4f434583875" providerId="LiveId" clId="{1BE626B5-4106-4419-9EB7-2B89C91C89DA}" dt="2026-04-28T18:03:03.016" v="1075" actId="478"/>
          <ac:graphicFrameMkLst>
            <pc:docMk/>
            <pc:sldMk cId="3574538392" sldId="333"/>
            <ac:graphicFrameMk id="4" creationId="{45C6FC6F-6D0F-B8EE-E54A-F4AE33BC4260}"/>
          </ac:graphicFrameMkLst>
        </pc:graphicFrameChg>
        <pc:graphicFrameChg chg="add del mod">
          <ac:chgData name="Tinyiko Novela" userId="7cade4f434583875" providerId="LiveId" clId="{1BE626B5-4106-4419-9EB7-2B89C91C89DA}" dt="2026-04-28T18:18:55.049" v="1373" actId="21"/>
          <ac:graphicFrameMkLst>
            <pc:docMk/>
            <pc:sldMk cId="3574538392" sldId="333"/>
            <ac:graphicFrameMk id="8" creationId="{67BEE3E6-9EF1-780D-E10C-297106098B8C}"/>
          </ac:graphicFrameMkLst>
        </pc:graphicFrameChg>
        <pc:graphicFrameChg chg="add del mod">
          <ac:chgData name="Tinyiko Novela" userId="7cade4f434583875" providerId="LiveId" clId="{1BE626B5-4106-4419-9EB7-2B89C91C89DA}" dt="2026-04-28T18:21:27.543" v="1383" actId="478"/>
          <ac:graphicFrameMkLst>
            <pc:docMk/>
            <pc:sldMk cId="3574538392" sldId="333"/>
            <ac:graphicFrameMk id="9" creationId="{391D2250-2922-64B0-6ECD-C8D0A87002CF}"/>
          </ac:graphicFrameMkLst>
        </pc:graphicFrameChg>
        <pc:graphicFrameChg chg="add mod modGraphic">
          <ac:chgData name="Tinyiko Novela" userId="7cade4f434583875" providerId="LiveId" clId="{1BE626B5-4106-4419-9EB7-2B89C91C89DA}" dt="2026-04-29T19:01:01.638" v="4499" actId="14734"/>
          <ac:graphicFrameMkLst>
            <pc:docMk/>
            <pc:sldMk cId="3574538392" sldId="333"/>
            <ac:graphicFrameMk id="10" creationId="{2FBDB4C0-8BEB-EE28-C82C-142511800FD0}"/>
          </ac:graphicFrameMkLst>
        </pc:graphicFrameChg>
        <pc:graphicFrameChg chg="add mod">
          <ac:chgData name="Tinyiko Novela" userId="7cade4f434583875" providerId="LiveId" clId="{1BE626B5-4106-4419-9EB7-2B89C91C89DA}" dt="2026-04-29T19:05:23.618" v="4511" actId="1076"/>
          <ac:graphicFrameMkLst>
            <pc:docMk/>
            <pc:sldMk cId="3574538392" sldId="333"/>
            <ac:graphicFrameMk id="11" creationId="{8726D08A-AD35-8131-765A-573EE6428927}"/>
          </ac:graphicFrameMkLst>
        </pc:graphicFrameChg>
      </pc:sldChg>
      <pc:sldChg chg="addSp delSp modSp add del mod">
        <pc:chgData name="Tinyiko Novela" userId="7cade4f434583875" providerId="LiveId" clId="{1BE626B5-4106-4419-9EB7-2B89C91C89DA}" dt="2026-04-28T20:09:59.219" v="4222" actId="2696"/>
        <pc:sldMkLst>
          <pc:docMk/>
          <pc:sldMk cId="2903526377" sldId="334"/>
        </pc:sldMkLst>
        <pc:graphicFrameChg chg="add mod">
          <ac:chgData name="Tinyiko Novela" userId="7cade4f434583875" providerId="LiveId" clId="{1BE626B5-4106-4419-9EB7-2B89C91C89DA}" dt="2026-04-28T19:23:24.642" v="3509" actId="1076"/>
          <ac:graphicFrameMkLst>
            <pc:docMk/>
            <pc:sldMk cId="2903526377" sldId="334"/>
            <ac:graphicFrameMk id="2" creationId="{4C9AFB43-60F5-15C4-1B1C-E53F3C639049}"/>
          </ac:graphicFrameMkLst>
        </pc:graphicFrameChg>
        <pc:graphicFrameChg chg="del">
          <ac:chgData name="Tinyiko Novela" userId="7cade4f434583875" providerId="LiveId" clId="{1BE626B5-4106-4419-9EB7-2B89C91C89DA}" dt="2026-04-28T19:23:20.556" v="3506" actId="478"/>
          <ac:graphicFrameMkLst>
            <pc:docMk/>
            <pc:sldMk cId="2903526377" sldId="334"/>
            <ac:graphicFrameMk id="6" creationId="{E8260BC5-2DD6-CC39-65EE-19CB075CAC94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cade4f434583875/Documents/Bright%20motor%20car%20sales/Tinyiko%20Novela%20case%20study%203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cade4f434583875/Documents/Bright%20motor%20car%20sales/Tinyiko%20Novela%20case%20study%203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cade4f434583875/Documents/Bright%20motor%20car%20sales/Tinyiko%20Novela%20case%20study%203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cade4f434583875/Documents/Bright%20motor%20car%20sales/Tinyiko%20Novela%20case%20study%203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cade4f434583875/Documents/Bright%20motor%20car%20sales/Tinyiko%20Novela%20case%20study%203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cade4f434583875/Documents/Bright%20motor%20car%20sales/Tinyiko%20Novela%20case%20study%203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cade4f434583875/Documents/Bright%20motor%20car%20sales/Tinyiko%20Novela%20case%20study%203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cade4f434583875/Documents/Bright%20motor%20car%20sales/Tinyiko%20Novela%20case%20study%203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cade4f434583875/Documents/Bright%20motor%20car%20sales/Tinyiko%20Novela%20case%20study%203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cade4f434583875/Documents/Bright%20motor%20car%20sales/Tinyiko%20Novela%20case%20study%203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cade4f434583875/Documents/Bright%20motor%20car%20sales/Tinyiko%20Novela%20case%20study%203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cade4f434583875/Documents/Bright%20motor%20car%20sales/Tinyiko%20Novela%20case%20study%203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oleObject" Target="https://d.docs.live.net/7cade4f434583875/Documents/Bright%20motor%20car%20sales/Tinyiko%20Novela%20case%20study%203.xlsx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14.xml"/><Relationship Id="rId2" Type="http://schemas.microsoft.com/office/2011/relationships/chartStyle" Target="style14.xml"/><Relationship Id="rId1" Type="http://schemas.openxmlformats.org/officeDocument/2006/relationships/oleObject" Target="https://d.docs.live.net/7cade4f434583875/Documents/Bright%20motor%20car%20sales/Tinyiko%20Novela%20case%20study%203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[Tinyiko Novela case study 3.xlsx]Time series!PivotTable1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Revenue trends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'Time series'!$B$3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'Time series'!$A$4:$A$178</c:f>
              <c:strCache>
                <c:ptCount val="174"/>
                <c:pt idx="0">
                  <c:v>2014/01/01</c:v>
                </c:pt>
                <c:pt idx="1">
                  <c:v>2014/01/02</c:v>
                </c:pt>
                <c:pt idx="2">
                  <c:v>2014/01/05</c:v>
                </c:pt>
                <c:pt idx="3">
                  <c:v>2014/01/06</c:v>
                </c:pt>
                <c:pt idx="4">
                  <c:v>2014/01/07</c:v>
                </c:pt>
                <c:pt idx="5">
                  <c:v>2014/01/08</c:v>
                </c:pt>
                <c:pt idx="6">
                  <c:v>2014/01/12</c:v>
                </c:pt>
                <c:pt idx="7">
                  <c:v>2014/01/13</c:v>
                </c:pt>
                <c:pt idx="8">
                  <c:v>2014/01/14</c:v>
                </c:pt>
                <c:pt idx="9">
                  <c:v>2014/01/15</c:v>
                </c:pt>
                <c:pt idx="10">
                  <c:v>2014/01/29</c:v>
                </c:pt>
                <c:pt idx="11">
                  <c:v>2014/02/14</c:v>
                </c:pt>
                <c:pt idx="12">
                  <c:v>2014/12/16</c:v>
                </c:pt>
                <c:pt idx="13">
                  <c:v>2014/12/17</c:v>
                </c:pt>
                <c:pt idx="14">
                  <c:v>2014/12/18</c:v>
                </c:pt>
                <c:pt idx="15">
                  <c:v>2014/12/19</c:v>
                </c:pt>
                <c:pt idx="16">
                  <c:v>2014/12/22</c:v>
                </c:pt>
                <c:pt idx="17">
                  <c:v>2014/12/23</c:v>
                </c:pt>
                <c:pt idx="18">
                  <c:v>2014/12/24</c:v>
                </c:pt>
                <c:pt idx="19">
                  <c:v>2014/12/26</c:v>
                </c:pt>
                <c:pt idx="20">
                  <c:v>2014/12/29</c:v>
                </c:pt>
                <c:pt idx="21">
                  <c:v>2014/12/30</c:v>
                </c:pt>
                <c:pt idx="22">
                  <c:v>2014/12/31</c:v>
                </c:pt>
                <c:pt idx="23">
                  <c:v>2015/01/01</c:v>
                </c:pt>
                <c:pt idx="24">
                  <c:v>2015/01/02</c:v>
                </c:pt>
                <c:pt idx="25">
                  <c:v>2015/01/04</c:v>
                </c:pt>
                <c:pt idx="26">
                  <c:v>2015/01/05</c:v>
                </c:pt>
                <c:pt idx="27">
                  <c:v>2015/01/06</c:v>
                </c:pt>
                <c:pt idx="28">
                  <c:v>2015/01/07</c:v>
                </c:pt>
                <c:pt idx="29">
                  <c:v>2015/01/08</c:v>
                </c:pt>
                <c:pt idx="30">
                  <c:v>2015/01/09</c:v>
                </c:pt>
                <c:pt idx="31">
                  <c:v>2015/01/12</c:v>
                </c:pt>
                <c:pt idx="32">
                  <c:v>2015/01/13</c:v>
                </c:pt>
                <c:pt idx="33">
                  <c:v>2015/01/14</c:v>
                </c:pt>
                <c:pt idx="34">
                  <c:v>2015/01/15</c:v>
                </c:pt>
                <c:pt idx="35">
                  <c:v>2015/01/16</c:v>
                </c:pt>
                <c:pt idx="36">
                  <c:v>2015/01/19</c:v>
                </c:pt>
                <c:pt idx="37">
                  <c:v>2015/01/20</c:v>
                </c:pt>
                <c:pt idx="38">
                  <c:v>2015/01/21</c:v>
                </c:pt>
                <c:pt idx="39">
                  <c:v>2015/01/22</c:v>
                </c:pt>
                <c:pt idx="40">
                  <c:v>2015/01/23</c:v>
                </c:pt>
                <c:pt idx="41">
                  <c:v>2015/01/26</c:v>
                </c:pt>
                <c:pt idx="42">
                  <c:v>2015/01/27</c:v>
                </c:pt>
                <c:pt idx="43">
                  <c:v>2015/01/28</c:v>
                </c:pt>
                <c:pt idx="44">
                  <c:v>2015/01/29</c:v>
                </c:pt>
                <c:pt idx="45">
                  <c:v>2015/01/30</c:v>
                </c:pt>
                <c:pt idx="46">
                  <c:v>2015/02/01</c:v>
                </c:pt>
                <c:pt idx="47">
                  <c:v>2015/02/02</c:v>
                </c:pt>
                <c:pt idx="48">
                  <c:v>2015/02/03</c:v>
                </c:pt>
                <c:pt idx="49">
                  <c:v>2015/02/04</c:v>
                </c:pt>
                <c:pt idx="50">
                  <c:v>2015/02/05</c:v>
                </c:pt>
                <c:pt idx="51">
                  <c:v>2015/02/06</c:v>
                </c:pt>
                <c:pt idx="52">
                  <c:v>2015/02/07</c:v>
                </c:pt>
                <c:pt idx="53">
                  <c:v>2015/02/09</c:v>
                </c:pt>
                <c:pt idx="54">
                  <c:v>2015/02/10</c:v>
                </c:pt>
                <c:pt idx="55">
                  <c:v>2015/02/11</c:v>
                </c:pt>
                <c:pt idx="56">
                  <c:v>2015/02/12</c:v>
                </c:pt>
                <c:pt idx="57">
                  <c:v>2015/02/13</c:v>
                </c:pt>
                <c:pt idx="58">
                  <c:v>2015/02/15</c:v>
                </c:pt>
                <c:pt idx="59">
                  <c:v>2015/02/16</c:v>
                </c:pt>
                <c:pt idx="60">
                  <c:v>2015/02/17</c:v>
                </c:pt>
                <c:pt idx="61">
                  <c:v>2015/02/18</c:v>
                </c:pt>
                <c:pt idx="62">
                  <c:v>2015/02/19</c:v>
                </c:pt>
                <c:pt idx="63">
                  <c:v>2015/02/20</c:v>
                </c:pt>
                <c:pt idx="64">
                  <c:v>2015/02/23</c:v>
                </c:pt>
                <c:pt idx="65">
                  <c:v>2015/02/24</c:v>
                </c:pt>
                <c:pt idx="66">
                  <c:v>2015/02/25</c:v>
                </c:pt>
                <c:pt idx="67">
                  <c:v>2015/02/26</c:v>
                </c:pt>
                <c:pt idx="68">
                  <c:v>2015/02/27</c:v>
                </c:pt>
                <c:pt idx="69">
                  <c:v>2015/03/02</c:v>
                </c:pt>
                <c:pt idx="70">
                  <c:v>2015/03/03</c:v>
                </c:pt>
                <c:pt idx="71">
                  <c:v>2015/03/04</c:v>
                </c:pt>
                <c:pt idx="72">
                  <c:v>2015/03/05</c:v>
                </c:pt>
                <c:pt idx="73">
                  <c:v>2015/03/06</c:v>
                </c:pt>
                <c:pt idx="74">
                  <c:v>2015/03/08</c:v>
                </c:pt>
                <c:pt idx="75">
                  <c:v>2015/03/09</c:v>
                </c:pt>
                <c:pt idx="76">
                  <c:v>2015/03/10</c:v>
                </c:pt>
                <c:pt idx="77">
                  <c:v>2015/03/11</c:v>
                </c:pt>
                <c:pt idx="78">
                  <c:v>2015/03/12</c:v>
                </c:pt>
                <c:pt idx="79">
                  <c:v>2015/03/13</c:v>
                </c:pt>
                <c:pt idx="80">
                  <c:v>2015/03/16</c:v>
                </c:pt>
                <c:pt idx="81">
                  <c:v>2015/03/17</c:v>
                </c:pt>
                <c:pt idx="82">
                  <c:v>2015/03/18</c:v>
                </c:pt>
                <c:pt idx="83">
                  <c:v>2015/03/19</c:v>
                </c:pt>
                <c:pt idx="84">
                  <c:v>2015/03/20</c:v>
                </c:pt>
                <c:pt idx="85">
                  <c:v>2015/03/23</c:v>
                </c:pt>
                <c:pt idx="86">
                  <c:v>2015/03/24</c:v>
                </c:pt>
                <c:pt idx="87">
                  <c:v>2015/03/25</c:v>
                </c:pt>
                <c:pt idx="88">
                  <c:v>2015/03/26</c:v>
                </c:pt>
                <c:pt idx="89">
                  <c:v>2015/03/27</c:v>
                </c:pt>
                <c:pt idx="90">
                  <c:v>2015/03/30</c:v>
                </c:pt>
                <c:pt idx="91">
                  <c:v>2015/03/31</c:v>
                </c:pt>
                <c:pt idx="92">
                  <c:v>2015/04/01</c:v>
                </c:pt>
                <c:pt idx="93">
                  <c:v>2015/04/02</c:v>
                </c:pt>
                <c:pt idx="94">
                  <c:v>2015/04/03</c:v>
                </c:pt>
                <c:pt idx="95">
                  <c:v>2015/04/06</c:v>
                </c:pt>
                <c:pt idx="96">
                  <c:v>2015/04/07</c:v>
                </c:pt>
                <c:pt idx="97">
                  <c:v>2015/04/08</c:v>
                </c:pt>
                <c:pt idx="98">
                  <c:v>2015/04/09</c:v>
                </c:pt>
                <c:pt idx="99">
                  <c:v>2015/04/10</c:v>
                </c:pt>
                <c:pt idx="100">
                  <c:v>2015/04/13</c:v>
                </c:pt>
                <c:pt idx="101">
                  <c:v>2015/04/14</c:v>
                </c:pt>
                <c:pt idx="102">
                  <c:v>2015/04/15</c:v>
                </c:pt>
                <c:pt idx="103">
                  <c:v>2015/04/16</c:v>
                </c:pt>
                <c:pt idx="104">
                  <c:v>2015/04/17</c:v>
                </c:pt>
                <c:pt idx="105">
                  <c:v>2015/04/20</c:v>
                </c:pt>
                <c:pt idx="106">
                  <c:v>2015/04/21</c:v>
                </c:pt>
                <c:pt idx="107">
                  <c:v>2015/04/22</c:v>
                </c:pt>
                <c:pt idx="108">
                  <c:v>2015/04/23</c:v>
                </c:pt>
                <c:pt idx="109">
                  <c:v>2015/04/24</c:v>
                </c:pt>
                <c:pt idx="110">
                  <c:v>2015/04/27</c:v>
                </c:pt>
                <c:pt idx="111">
                  <c:v>2015/04/28</c:v>
                </c:pt>
                <c:pt idx="112">
                  <c:v>2015/04/29</c:v>
                </c:pt>
                <c:pt idx="113">
                  <c:v>2015/04/30</c:v>
                </c:pt>
                <c:pt idx="114">
                  <c:v>2015/05/01</c:v>
                </c:pt>
                <c:pt idx="115">
                  <c:v>2015/05/04</c:v>
                </c:pt>
                <c:pt idx="116">
                  <c:v>2015/05/05</c:v>
                </c:pt>
                <c:pt idx="117">
                  <c:v>2015/05/06</c:v>
                </c:pt>
                <c:pt idx="118">
                  <c:v>2015/05/07</c:v>
                </c:pt>
                <c:pt idx="119">
                  <c:v>2015/05/08</c:v>
                </c:pt>
                <c:pt idx="120">
                  <c:v>2015/05/11</c:v>
                </c:pt>
                <c:pt idx="121">
                  <c:v>2015/05/12</c:v>
                </c:pt>
                <c:pt idx="122">
                  <c:v>2015/05/13</c:v>
                </c:pt>
                <c:pt idx="123">
                  <c:v>2015/05/14</c:v>
                </c:pt>
                <c:pt idx="124">
                  <c:v>2015/05/15</c:v>
                </c:pt>
                <c:pt idx="125">
                  <c:v>2015/05/18</c:v>
                </c:pt>
                <c:pt idx="126">
                  <c:v>2015/05/19</c:v>
                </c:pt>
                <c:pt idx="127">
                  <c:v>2015/05/20</c:v>
                </c:pt>
                <c:pt idx="128">
                  <c:v>2015/05/21</c:v>
                </c:pt>
                <c:pt idx="129">
                  <c:v>2015/05/22</c:v>
                </c:pt>
                <c:pt idx="130">
                  <c:v>2015/05/24</c:v>
                </c:pt>
                <c:pt idx="131">
                  <c:v>2015/05/25</c:v>
                </c:pt>
                <c:pt idx="132">
                  <c:v>2015/05/26</c:v>
                </c:pt>
                <c:pt idx="133">
                  <c:v>2015/05/27</c:v>
                </c:pt>
                <c:pt idx="134">
                  <c:v>2015/05/28</c:v>
                </c:pt>
                <c:pt idx="135">
                  <c:v>2015/05/29</c:v>
                </c:pt>
                <c:pt idx="136">
                  <c:v>2015/05/31</c:v>
                </c:pt>
                <c:pt idx="137">
                  <c:v>2015/06/01</c:v>
                </c:pt>
                <c:pt idx="138">
                  <c:v>2015/06/02</c:v>
                </c:pt>
                <c:pt idx="139">
                  <c:v>2015/06/03</c:v>
                </c:pt>
                <c:pt idx="140">
                  <c:v>2015/06/04</c:v>
                </c:pt>
                <c:pt idx="141">
                  <c:v>2015/06/05</c:v>
                </c:pt>
                <c:pt idx="142">
                  <c:v>2015/06/07</c:v>
                </c:pt>
                <c:pt idx="143">
                  <c:v>2015/06/08</c:v>
                </c:pt>
                <c:pt idx="144">
                  <c:v>2015/06/09</c:v>
                </c:pt>
                <c:pt idx="145">
                  <c:v>2015/06/10</c:v>
                </c:pt>
                <c:pt idx="146">
                  <c:v>2015/06/11</c:v>
                </c:pt>
                <c:pt idx="147">
                  <c:v>2015/06/12</c:v>
                </c:pt>
                <c:pt idx="148">
                  <c:v>2015/06/13</c:v>
                </c:pt>
                <c:pt idx="149">
                  <c:v>2015/06/14</c:v>
                </c:pt>
                <c:pt idx="150">
                  <c:v>2015/06/15</c:v>
                </c:pt>
                <c:pt idx="151">
                  <c:v>2015/06/16</c:v>
                </c:pt>
                <c:pt idx="152">
                  <c:v>2015/06/17</c:v>
                </c:pt>
                <c:pt idx="153">
                  <c:v>2015/06/18</c:v>
                </c:pt>
                <c:pt idx="154">
                  <c:v>2015/06/19</c:v>
                </c:pt>
                <c:pt idx="155">
                  <c:v>2015/06/22</c:v>
                </c:pt>
                <c:pt idx="156">
                  <c:v>2015/06/23</c:v>
                </c:pt>
                <c:pt idx="157">
                  <c:v>2015/06/24</c:v>
                </c:pt>
                <c:pt idx="158">
                  <c:v>2015/06/25</c:v>
                </c:pt>
                <c:pt idx="159">
                  <c:v>2015/06/26</c:v>
                </c:pt>
                <c:pt idx="160">
                  <c:v>2015/06/29</c:v>
                </c:pt>
                <c:pt idx="161">
                  <c:v>2015/06/30</c:v>
                </c:pt>
                <c:pt idx="162">
                  <c:v>2015/07/01</c:v>
                </c:pt>
                <c:pt idx="163">
                  <c:v>2015/07/02</c:v>
                </c:pt>
                <c:pt idx="164">
                  <c:v>2015/07/03</c:v>
                </c:pt>
                <c:pt idx="165">
                  <c:v>2015/07/06</c:v>
                </c:pt>
                <c:pt idx="166">
                  <c:v>2015/07/07</c:v>
                </c:pt>
                <c:pt idx="167">
                  <c:v>2015/07/08</c:v>
                </c:pt>
                <c:pt idx="168">
                  <c:v>2015/07/09</c:v>
                </c:pt>
                <c:pt idx="169">
                  <c:v>2015/07/10</c:v>
                </c:pt>
                <c:pt idx="170">
                  <c:v>2015/07/14</c:v>
                </c:pt>
                <c:pt idx="171">
                  <c:v>2015/07/21</c:v>
                </c:pt>
                <c:pt idx="172">
                  <c:v>null</c:v>
                </c:pt>
                <c:pt idx="173">
                  <c:v>(blank)</c:v>
                </c:pt>
              </c:strCache>
            </c:strRef>
          </c:cat>
          <c:val>
            <c:numRef>
              <c:f>'Time series'!$B$4:$B$178</c:f>
              <c:numCache>
                <c:formatCode>#,##0</c:formatCode>
                <c:ptCount val="174"/>
                <c:pt idx="0">
                  <c:v>563400</c:v>
                </c:pt>
                <c:pt idx="1">
                  <c:v>226400</c:v>
                </c:pt>
                <c:pt idx="2">
                  <c:v>19850</c:v>
                </c:pt>
                <c:pt idx="3">
                  <c:v>859900</c:v>
                </c:pt>
                <c:pt idx="4">
                  <c:v>739400</c:v>
                </c:pt>
                <c:pt idx="5">
                  <c:v>224700</c:v>
                </c:pt>
                <c:pt idx="6">
                  <c:v>437500</c:v>
                </c:pt>
                <c:pt idx="7">
                  <c:v>76725</c:v>
                </c:pt>
                <c:pt idx="8">
                  <c:v>33200</c:v>
                </c:pt>
                <c:pt idx="9">
                  <c:v>23000</c:v>
                </c:pt>
                <c:pt idx="10">
                  <c:v>450</c:v>
                </c:pt>
                <c:pt idx="11">
                  <c:v>10500</c:v>
                </c:pt>
                <c:pt idx="12">
                  <c:v>21622600</c:v>
                </c:pt>
                <c:pt idx="13">
                  <c:v>41800094</c:v>
                </c:pt>
                <c:pt idx="14">
                  <c:v>185192633</c:v>
                </c:pt>
                <c:pt idx="15">
                  <c:v>55289169</c:v>
                </c:pt>
                <c:pt idx="16">
                  <c:v>16968858</c:v>
                </c:pt>
                <c:pt idx="17">
                  <c:v>114065018</c:v>
                </c:pt>
                <c:pt idx="18">
                  <c:v>444300</c:v>
                </c:pt>
                <c:pt idx="19">
                  <c:v>1700650</c:v>
                </c:pt>
                <c:pt idx="20">
                  <c:v>4187800</c:v>
                </c:pt>
                <c:pt idx="21">
                  <c:v>91204014</c:v>
                </c:pt>
                <c:pt idx="22">
                  <c:v>71959069</c:v>
                </c:pt>
                <c:pt idx="23">
                  <c:v>186200</c:v>
                </c:pt>
                <c:pt idx="24">
                  <c:v>24083225</c:v>
                </c:pt>
                <c:pt idx="25">
                  <c:v>69800</c:v>
                </c:pt>
                <c:pt idx="26">
                  <c:v>8718750</c:v>
                </c:pt>
                <c:pt idx="27">
                  <c:v>92440595</c:v>
                </c:pt>
                <c:pt idx="28">
                  <c:v>104685334</c:v>
                </c:pt>
                <c:pt idx="29">
                  <c:v>109096472</c:v>
                </c:pt>
                <c:pt idx="30">
                  <c:v>47930929</c:v>
                </c:pt>
                <c:pt idx="31">
                  <c:v>5900965</c:v>
                </c:pt>
                <c:pt idx="32">
                  <c:v>116823542</c:v>
                </c:pt>
                <c:pt idx="33">
                  <c:v>158228223</c:v>
                </c:pt>
                <c:pt idx="34">
                  <c:v>167942033</c:v>
                </c:pt>
                <c:pt idx="35">
                  <c:v>65802025</c:v>
                </c:pt>
                <c:pt idx="36">
                  <c:v>12526975</c:v>
                </c:pt>
                <c:pt idx="37">
                  <c:v>135173914</c:v>
                </c:pt>
                <c:pt idx="38">
                  <c:v>157467736</c:v>
                </c:pt>
                <c:pt idx="39">
                  <c:v>129736665</c:v>
                </c:pt>
                <c:pt idx="40">
                  <c:v>69232380</c:v>
                </c:pt>
                <c:pt idx="41">
                  <c:v>11233225</c:v>
                </c:pt>
                <c:pt idx="42">
                  <c:v>170496123</c:v>
                </c:pt>
                <c:pt idx="43">
                  <c:v>145565996</c:v>
                </c:pt>
                <c:pt idx="44">
                  <c:v>110601010</c:v>
                </c:pt>
                <c:pt idx="45">
                  <c:v>24534150</c:v>
                </c:pt>
                <c:pt idx="46">
                  <c:v>1490900</c:v>
                </c:pt>
                <c:pt idx="47">
                  <c:v>9368025</c:v>
                </c:pt>
                <c:pt idx="48">
                  <c:v>131249682</c:v>
                </c:pt>
                <c:pt idx="49">
                  <c:v>196453330</c:v>
                </c:pt>
                <c:pt idx="50">
                  <c:v>118644088</c:v>
                </c:pt>
                <c:pt idx="51">
                  <c:v>62688169</c:v>
                </c:pt>
                <c:pt idx="52">
                  <c:v>38141</c:v>
                </c:pt>
                <c:pt idx="53">
                  <c:v>13229700</c:v>
                </c:pt>
                <c:pt idx="54">
                  <c:v>180243933</c:v>
                </c:pt>
                <c:pt idx="55">
                  <c:v>213231412</c:v>
                </c:pt>
                <c:pt idx="56">
                  <c:v>168467879</c:v>
                </c:pt>
                <c:pt idx="57">
                  <c:v>65430043</c:v>
                </c:pt>
                <c:pt idx="58">
                  <c:v>8400</c:v>
                </c:pt>
                <c:pt idx="59">
                  <c:v>9928750</c:v>
                </c:pt>
                <c:pt idx="60">
                  <c:v>151329264</c:v>
                </c:pt>
                <c:pt idx="61">
                  <c:v>180917733</c:v>
                </c:pt>
                <c:pt idx="62">
                  <c:v>137017761</c:v>
                </c:pt>
                <c:pt idx="63">
                  <c:v>60530950</c:v>
                </c:pt>
                <c:pt idx="64">
                  <c:v>12893200</c:v>
                </c:pt>
                <c:pt idx="65">
                  <c:v>97312549</c:v>
                </c:pt>
                <c:pt idx="66">
                  <c:v>180003287</c:v>
                </c:pt>
                <c:pt idx="67">
                  <c:v>165503505</c:v>
                </c:pt>
                <c:pt idx="68">
                  <c:v>62871626</c:v>
                </c:pt>
                <c:pt idx="69">
                  <c:v>8886375</c:v>
                </c:pt>
                <c:pt idx="70">
                  <c:v>151910344</c:v>
                </c:pt>
                <c:pt idx="71">
                  <c:v>165898146</c:v>
                </c:pt>
                <c:pt idx="72">
                  <c:v>130213736</c:v>
                </c:pt>
                <c:pt idx="73">
                  <c:v>59317750</c:v>
                </c:pt>
                <c:pt idx="74">
                  <c:v>36300</c:v>
                </c:pt>
                <c:pt idx="75">
                  <c:v>9652250</c:v>
                </c:pt>
                <c:pt idx="76">
                  <c:v>87901912</c:v>
                </c:pt>
                <c:pt idx="77">
                  <c:v>1697035</c:v>
                </c:pt>
                <c:pt idx="78">
                  <c:v>1275800</c:v>
                </c:pt>
                <c:pt idx="79">
                  <c:v>241200</c:v>
                </c:pt>
                <c:pt idx="80">
                  <c:v>56600</c:v>
                </c:pt>
                <c:pt idx="81">
                  <c:v>704700</c:v>
                </c:pt>
                <c:pt idx="82">
                  <c:v>613675</c:v>
                </c:pt>
                <c:pt idx="83">
                  <c:v>502300</c:v>
                </c:pt>
                <c:pt idx="84">
                  <c:v>383200</c:v>
                </c:pt>
                <c:pt idx="85">
                  <c:v>109000</c:v>
                </c:pt>
                <c:pt idx="86">
                  <c:v>461325</c:v>
                </c:pt>
                <c:pt idx="87">
                  <c:v>392625</c:v>
                </c:pt>
                <c:pt idx="88">
                  <c:v>764150</c:v>
                </c:pt>
                <c:pt idx="89">
                  <c:v>400400</c:v>
                </c:pt>
                <c:pt idx="90">
                  <c:v>67300</c:v>
                </c:pt>
                <c:pt idx="91">
                  <c:v>619150</c:v>
                </c:pt>
                <c:pt idx="92">
                  <c:v>790050</c:v>
                </c:pt>
                <c:pt idx="93">
                  <c:v>506350</c:v>
                </c:pt>
                <c:pt idx="94">
                  <c:v>375150</c:v>
                </c:pt>
                <c:pt idx="95">
                  <c:v>18400</c:v>
                </c:pt>
                <c:pt idx="96">
                  <c:v>1222550</c:v>
                </c:pt>
                <c:pt idx="97">
                  <c:v>754400</c:v>
                </c:pt>
                <c:pt idx="98">
                  <c:v>571850</c:v>
                </c:pt>
                <c:pt idx="99">
                  <c:v>301950</c:v>
                </c:pt>
                <c:pt idx="100">
                  <c:v>70950</c:v>
                </c:pt>
                <c:pt idx="101">
                  <c:v>746950</c:v>
                </c:pt>
                <c:pt idx="102">
                  <c:v>779300</c:v>
                </c:pt>
                <c:pt idx="103">
                  <c:v>749075</c:v>
                </c:pt>
                <c:pt idx="104">
                  <c:v>383050</c:v>
                </c:pt>
                <c:pt idx="105">
                  <c:v>59100</c:v>
                </c:pt>
                <c:pt idx="106">
                  <c:v>1410900</c:v>
                </c:pt>
                <c:pt idx="107">
                  <c:v>1123305</c:v>
                </c:pt>
                <c:pt idx="108">
                  <c:v>1172125</c:v>
                </c:pt>
                <c:pt idx="109">
                  <c:v>550500</c:v>
                </c:pt>
                <c:pt idx="110">
                  <c:v>95000</c:v>
                </c:pt>
                <c:pt idx="111">
                  <c:v>831325</c:v>
                </c:pt>
                <c:pt idx="112">
                  <c:v>1134400</c:v>
                </c:pt>
                <c:pt idx="113">
                  <c:v>1153075</c:v>
                </c:pt>
                <c:pt idx="114">
                  <c:v>568388</c:v>
                </c:pt>
                <c:pt idx="115">
                  <c:v>33900</c:v>
                </c:pt>
                <c:pt idx="116">
                  <c:v>1592225</c:v>
                </c:pt>
                <c:pt idx="117">
                  <c:v>1887575</c:v>
                </c:pt>
                <c:pt idx="118">
                  <c:v>1632551</c:v>
                </c:pt>
                <c:pt idx="119">
                  <c:v>527750</c:v>
                </c:pt>
                <c:pt idx="120">
                  <c:v>138050</c:v>
                </c:pt>
                <c:pt idx="121">
                  <c:v>2699688</c:v>
                </c:pt>
                <c:pt idx="122">
                  <c:v>2542502</c:v>
                </c:pt>
                <c:pt idx="123">
                  <c:v>4770438</c:v>
                </c:pt>
                <c:pt idx="124">
                  <c:v>1080250</c:v>
                </c:pt>
                <c:pt idx="125">
                  <c:v>239500</c:v>
                </c:pt>
                <c:pt idx="126">
                  <c:v>29773528</c:v>
                </c:pt>
                <c:pt idx="127">
                  <c:v>8644505</c:v>
                </c:pt>
                <c:pt idx="128">
                  <c:v>131208748</c:v>
                </c:pt>
                <c:pt idx="129">
                  <c:v>66915850</c:v>
                </c:pt>
                <c:pt idx="130">
                  <c:v>16800</c:v>
                </c:pt>
                <c:pt idx="131">
                  <c:v>3497750</c:v>
                </c:pt>
                <c:pt idx="132">
                  <c:v>104244836</c:v>
                </c:pt>
                <c:pt idx="133">
                  <c:v>183726687</c:v>
                </c:pt>
                <c:pt idx="134">
                  <c:v>145457907</c:v>
                </c:pt>
                <c:pt idx="135">
                  <c:v>60919028</c:v>
                </c:pt>
                <c:pt idx="136">
                  <c:v>60000</c:v>
                </c:pt>
                <c:pt idx="137">
                  <c:v>13364504</c:v>
                </c:pt>
                <c:pt idx="138">
                  <c:v>172918125</c:v>
                </c:pt>
                <c:pt idx="139">
                  <c:v>204078139</c:v>
                </c:pt>
                <c:pt idx="140">
                  <c:v>144596179</c:v>
                </c:pt>
                <c:pt idx="141">
                  <c:v>65596751</c:v>
                </c:pt>
                <c:pt idx="142">
                  <c:v>40300</c:v>
                </c:pt>
                <c:pt idx="143">
                  <c:v>14261918</c:v>
                </c:pt>
                <c:pt idx="144">
                  <c:v>86178945</c:v>
                </c:pt>
                <c:pt idx="145">
                  <c:v>60064499</c:v>
                </c:pt>
                <c:pt idx="146">
                  <c:v>138378431</c:v>
                </c:pt>
                <c:pt idx="147">
                  <c:v>51170201</c:v>
                </c:pt>
                <c:pt idx="148">
                  <c:v>2900</c:v>
                </c:pt>
                <c:pt idx="149">
                  <c:v>27400</c:v>
                </c:pt>
                <c:pt idx="150">
                  <c:v>12125800</c:v>
                </c:pt>
                <c:pt idx="151">
                  <c:v>149643871</c:v>
                </c:pt>
                <c:pt idx="152">
                  <c:v>185347327</c:v>
                </c:pt>
                <c:pt idx="153">
                  <c:v>131062135</c:v>
                </c:pt>
                <c:pt idx="154">
                  <c:v>63989515</c:v>
                </c:pt>
                <c:pt idx="155">
                  <c:v>19500</c:v>
                </c:pt>
                <c:pt idx="156">
                  <c:v>1437575</c:v>
                </c:pt>
                <c:pt idx="157">
                  <c:v>1372800</c:v>
                </c:pt>
                <c:pt idx="158">
                  <c:v>724850</c:v>
                </c:pt>
                <c:pt idx="159">
                  <c:v>323100</c:v>
                </c:pt>
                <c:pt idx="160">
                  <c:v>147300</c:v>
                </c:pt>
                <c:pt idx="161">
                  <c:v>3009150</c:v>
                </c:pt>
                <c:pt idx="162">
                  <c:v>3490350</c:v>
                </c:pt>
                <c:pt idx="163">
                  <c:v>3209050</c:v>
                </c:pt>
                <c:pt idx="164">
                  <c:v>2085453</c:v>
                </c:pt>
                <c:pt idx="165">
                  <c:v>287750</c:v>
                </c:pt>
                <c:pt idx="166">
                  <c:v>5566161</c:v>
                </c:pt>
                <c:pt idx="167">
                  <c:v>4622900</c:v>
                </c:pt>
                <c:pt idx="168">
                  <c:v>2429700</c:v>
                </c:pt>
                <c:pt idx="169">
                  <c:v>149750</c:v>
                </c:pt>
                <c:pt idx="170">
                  <c:v>219550</c:v>
                </c:pt>
                <c:pt idx="171">
                  <c:v>9100</c:v>
                </c:pt>
                <c:pt idx="172">
                  <c:v>163332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454-4F49-A185-3AC73301D6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1515232"/>
        <c:axId val="31514752"/>
      </c:lineChart>
      <c:catAx>
        <c:axId val="315152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514752"/>
        <c:crosses val="autoZero"/>
        <c:auto val="1"/>
        <c:lblAlgn val="ctr"/>
        <c:lblOffset val="100"/>
        <c:noMultiLvlLbl val="0"/>
      </c:catAx>
      <c:valAx>
        <c:axId val="31514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5152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[Tinyiko Novela case study 3.xlsx]monthly revenue!PivotTable1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Revenue trends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[$$-409]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[$$-409]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[$$-409]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'monthly revenue'!$B$3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[$$-409]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'monthly revenue'!$A$4:$A$13</c:f>
              <c:strCache>
                <c:ptCount val="9"/>
                <c:pt idx="0">
                  <c:v>null</c:v>
                </c:pt>
                <c:pt idx="1">
                  <c:v>Apr</c:v>
                </c:pt>
                <c:pt idx="2">
                  <c:v>Jul</c:v>
                </c:pt>
                <c:pt idx="3">
                  <c:v>Dec</c:v>
                </c:pt>
                <c:pt idx="4">
                  <c:v>Mar</c:v>
                </c:pt>
                <c:pt idx="5">
                  <c:v>May</c:v>
                </c:pt>
                <c:pt idx="6">
                  <c:v>Jun</c:v>
                </c:pt>
                <c:pt idx="7">
                  <c:v>Jan</c:v>
                </c:pt>
                <c:pt idx="8">
                  <c:v>Feb</c:v>
                </c:pt>
              </c:strCache>
            </c:strRef>
          </c:cat>
          <c:val>
            <c:numRef>
              <c:f>'monthly revenue'!$B$4:$B$13</c:f>
              <c:numCache>
                <c:formatCode>0</c:formatCode>
                <c:ptCount val="9"/>
                <c:pt idx="0">
                  <c:v>163332</c:v>
                </c:pt>
                <c:pt idx="1">
                  <c:v>14799755</c:v>
                </c:pt>
                <c:pt idx="2">
                  <c:v>22069764</c:v>
                </c:pt>
                <c:pt idx="3">
                  <c:v>604434205</c:v>
                </c:pt>
                <c:pt idx="4">
                  <c:v>622105273</c:v>
                </c:pt>
                <c:pt idx="5">
                  <c:v>752178456</c:v>
                </c:pt>
                <c:pt idx="6">
                  <c:v>1499881215</c:v>
                </c:pt>
                <c:pt idx="7">
                  <c:v>1871680792</c:v>
                </c:pt>
                <c:pt idx="8">
                  <c:v>2218862827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D9-4384-A951-66A57D1DCFB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1515232"/>
        <c:axId val="31514752"/>
      </c:barChart>
      <c:catAx>
        <c:axId val="315152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514752"/>
        <c:crosses val="autoZero"/>
        <c:auto val="1"/>
        <c:lblAlgn val="ctr"/>
        <c:lblOffset val="100"/>
        <c:noMultiLvlLbl val="0"/>
      </c:catAx>
      <c:valAx>
        <c:axId val="315147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[$$-409]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5152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[Tinyiko Novela case study 3.xlsx]monthly sales!PivotTable1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sales trends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[$$-409]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[$$-409]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'monthly sales'!$B$3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'monthly sales'!$A$4:$A$13</c:f>
              <c:strCache>
                <c:ptCount val="9"/>
                <c:pt idx="0">
                  <c:v>null</c:v>
                </c:pt>
                <c:pt idx="1">
                  <c:v>Jul</c:v>
                </c:pt>
                <c:pt idx="2">
                  <c:v>Apr</c:v>
                </c:pt>
                <c:pt idx="3">
                  <c:v>Mar</c:v>
                </c:pt>
                <c:pt idx="4">
                  <c:v>May</c:v>
                </c:pt>
                <c:pt idx="5">
                  <c:v>Dec</c:v>
                </c:pt>
                <c:pt idx="6">
                  <c:v>Jun</c:v>
                </c:pt>
                <c:pt idx="7">
                  <c:v>Jan</c:v>
                </c:pt>
                <c:pt idx="8">
                  <c:v>Feb</c:v>
                </c:pt>
              </c:strCache>
            </c:strRef>
          </c:cat>
          <c:val>
            <c:numRef>
              <c:f>'monthly sales'!$B$4:$B$13</c:f>
              <c:numCache>
                <c:formatCode>#,##0</c:formatCode>
                <c:ptCount val="9"/>
                <c:pt idx="0">
                  <c:v>12</c:v>
                </c:pt>
                <c:pt idx="1">
                  <c:v>1300</c:v>
                </c:pt>
                <c:pt idx="2">
                  <c:v>1450</c:v>
                </c:pt>
                <c:pt idx="3">
                  <c:v>46277</c:v>
                </c:pt>
                <c:pt idx="4">
                  <c:v>52447</c:v>
                </c:pt>
                <c:pt idx="5">
                  <c:v>53520</c:v>
                </c:pt>
                <c:pt idx="6">
                  <c:v>99937</c:v>
                </c:pt>
                <c:pt idx="7">
                  <c:v>140815</c:v>
                </c:pt>
                <c:pt idx="8">
                  <c:v>163053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C8-430C-B70B-FC08BDBFE8C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1515232"/>
        <c:axId val="31514752"/>
      </c:barChart>
      <c:catAx>
        <c:axId val="315152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514752"/>
        <c:crosses val="autoZero"/>
        <c:auto val="1"/>
        <c:lblAlgn val="ctr"/>
        <c:lblOffset val="100"/>
        <c:noMultiLvlLbl val="0"/>
      </c:catAx>
      <c:valAx>
        <c:axId val="315147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sales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5152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[Tinyiko Novela case study 3.xlsx]Revenue by time of day!PivotTable1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Revenue at different times of day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[$$-409]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[$$-409]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[$$-409]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[$$-409]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'Revenue by time of day'!$B$3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[$$-409]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'Revenue by time of day'!$A$4:$A$9</c:f>
              <c:strCache>
                <c:ptCount val="5"/>
                <c:pt idx="0">
                  <c:v>null</c:v>
                </c:pt>
                <c:pt idx="1">
                  <c:v>night</c:v>
                </c:pt>
                <c:pt idx="2">
                  <c:v>afternoon</c:v>
                </c:pt>
                <c:pt idx="3">
                  <c:v>morning</c:v>
                </c:pt>
                <c:pt idx="4">
                  <c:v>early morning</c:v>
                </c:pt>
              </c:strCache>
            </c:strRef>
          </c:cat>
          <c:val>
            <c:numRef>
              <c:f>'Revenue by time of day'!$B$4:$B$9</c:f>
              <c:numCache>
                <c:formatCode>General</c:formatCode>
                <c:ptCount val="5"/>
                <c:pt idx="0">
                  <c:v>163332</c:v>
                </c:pt>
                <c:pt idx="1">
                  <c:v>2967725</c:v>
                </c:pt>
                <c:pt idx="2">
                  <c:v>372590399</c:v>
                </c:pt>
                <c:pt idx="3">
                  <c:v>973189789</c:v>
                </c:pt>
                <c:pt idx="4">
                  <c:v>6257264374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C8-4827-92C1-CDD87E4B45F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1515232"/>
        <c:axId val="31514752"/>
      </c:barChart>
      <c:catAx>
        <c:axId val="315152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Time bucket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514752"/>
        <c:crosses val="autoZero"/>
        <c:auto val="1"/>
        <c:lblAlgn val="ctr"/>
        <c:lblOffset val="100"/>
        <c:noMultiLvlLbl val="0"/>
      </c:catAx>
      <c:valAx>
        <c:axId val="31514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[$$-409]#,##0" sourceLinked="0"/>
        <c:majorTickMark val="none"/>
        <c:minorTickMark val="none"/>
        <c:tickLblPos val="nextTo"/>
        <c:spPr>
          <a:noFill/>
          <a:ln>
            <a:solidFill>
              <a:schemeClr val="accent1">
                <a:alpha val="99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515232"/>
        <c:crosses val="autoZero"/>
        <c:crossBetween val="between"/>
        <c:majorUnit val="1500000000"/>
        <c:minorUnit val="30000000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[Tinyiko Novela case study 3.xlsx]day of week!PivotTable1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Revenue at</a:t>
            </a:r>
            <a:r>
              <a:rPr lang="en-US" baseline="0" dirty="0"/>
              <a:t> different days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[$$-409]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'day of week'!$B$3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'day of week'!$A$4:$A$12</c:f>
              <c:strCache>
                <c:ptCount val="8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  <c:pt idx="7">
                  <c:v>null</c:v>
                </c:pt>
              </c:strCache>
            </c:strRef>
          </c:cat>
          <c:val>
            <c:numRef>
              <c:f>'day of week'!$B$4:$B$12</c:f>
              <c:numCache>
                <c:formatCode>General</c:formatCode>
                <c:ptCount val="8"/>
                <c:pt idx="0">
                  <c:v>169023820</c:v>
                </c:pt>
                <c:pt idx="1">
                  <c:v>2105835744</c:v>
                </c:pt>
                <c:pt idx="2">
                  <c:v>2280528284</c:v>
                </c:pt>
                <c:pt idx="3">
                  <c:v>2132993096</c:v>
                </c:pt>
                <c:pt idx="4">
                  <c:v>915383052</c:v>
                </c:pt>
                <c:pt idx="5">
                  <c:v>41041</c:v>
                </c:pt>
                <c:pt idx="6">
                  <c:v>2207250</c:v>
                </c:pt>
                <c:pt idx="7">
                  <c:v>163332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B5-4FE4-8F49-21E513A237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1515232"/>
        <c:axId val="31514752"/>
      </c:barChart>
      <c:catAx>
        <c:axId val="315152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514752"/>
        <c:crosses val="autoZero"/>
        <c:auto val="1"/>
        <c:lblAlgn val="ctr"/>
        <c:lblOffset val="100"/>
        <c:noMultiLvlLbl val="0"/>
      </c:catAx>
      <c:valAx>
        <c:axId val="31514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[$$-409]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51523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[Tinyiko Novela case study 3.xlsx]comparison!PivotTable1</c:name>
    <c:fmtId val="27"/>
  </c:pivotSource>
  <c:chart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cked"/>
        <c:varyColors val="0"/>
        <c:ser>
          <c:idx val="0"/>
          <c:order val="0"/>
          <c:tx>
            <c:strRef>
              <c:f>comparison!$B$3</c:f>
              <c:strCache>
                <c:ptCount val="1"/>
                <c:pt idx="0">
                  <c:v>Sum of mmr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comparison!$A$4:$A$178</c:f>
              <c:strCache>
                <c:ptCount val="174"/>
                <c:pt idx="0">
                  <c:v>2014/01/01</c:v>
                </c:pt>
                <c:pt idx="1">
                  <c:v>2014/01/02</c:v>
                </c:pt>
                <c:pt idx="2">
                  <c:v>2014/01/05</c:v>
                </c:pt>
                <c:pt idx="3">
                  <c:v>2014/01/06</c:v>
                </c:pt>
                <c:pt idx="4">
                  <c:v>2014/01/07</c:v>
                </c:pt>
                <c:pt idx="5">
                  <c:v>2014/01/08</c:v>
                </c:pt>
                <c:pt idx="6">
                  <c:v>2014/01/12</c:v>
                </c:pt>
                <c:pt idx="7">
                  <c:v>2014/01/13</c:v>
                </c:pt>
                <c:pt idx="8">
                  <c:v>2014/01/14</c:v>
                </c:pt>
                <c:pt idx="9">
                  <c:v>2014/01/15</c:v>
                </c:pt>
                <c:pt idx="10">
                  <c:v>2014/01/29</c:v>
                </c:pt>
                <c:pt idx="11">
                  <c:v>2014/02/14</c:v>
                </c:pt>
                <c:pt idx="12">
                  <c:v>2014/12/16</c:v>
                </c:pt>
                <c:pt idx="13">
                  <c:v>2014/12/17</c:v>
                </c:pt>
                <c:pt idx="14">
                  <c:v>2014/12/18</c:v>
                </c:pt>
                <c:pt idx="15">
                  <c:v>2014/12/19</c:v>
                </c:pt>
                <c:pt idx="16">
                  <c:v>2014/12/22</c:v>
                </c:pt>
                <c:pt idx="17">
                  <c:v>2014/12/23</c:v>
                </c:pt>
                <c:pt idx="18">
                  <c:v>2014/12/24</c:v>
                </c:pt>
                <c:pt idx="19">
                  <c:v>2014/12/26</c:v>
                </c:pt>
                <c:pt idx="20">
                  <c:v>2014/12/29</c:v>
                </c:pt>
                <c:pt idx="21">
                  <c:v>2014/12/30</c:v>
                </c:pt>
                <c:pt idx="22">
                  <c:v>2014/12/31</c:v>
                </c:pt>
                <c:pt idx="23">
                  <c:v>2015/01/01</c:v>
                </c:pt>
                <c:pt idx="24">
                  <c:v>2015/01/02</c:v>
                </c:pt>
                <c:pt idx="25">
                  <c:v>2015/01/04</c:v>
                </c:pt>
                <c:pt idx="26">
                  <c:v>2015/01/05</c:v>
                </c:pt>
                <c:pt idx="27">
                  <c:v>2015/01/06</c:v>
                </c:pt>
                <c:pt idx="28">
                  <c:v>2015/01/07</c:v>
                </c:pt>
                <c:pt idx="29">
                  <c:v>2015/01/08</c:v>
                </c:pt>
                <c:pt idx="30">
                  <c:v>2015/01/09</c:v>
                </c:pt>
                <c:pt idx="31">
                  <c:v>2015/01/12</c:v>
                </c:pt>
                <c:pt idx="32">
                  <c:v>2015/01/13</c:v>
                </c:pt>
                <c:pt idx="33">
                  <c:v>2015/01/14</c:v>
                </c:pt>
                <c:pt idx="34">
                  <c:v>2015/01/15</c:v>
                </c:pt>
                <c:pt idx="35">
                  <c:v>2015/01/16</c:v>
                </c:pt>
                <c:pt idx="36">
                  <c:v>2015/01/19</c:v>
                </c:pt>
                <c:pt idx="37">
                  <c:v>2015/01/20</c:v>
                </c:pt>
                <c:pt idx="38">
                  <c:v>2015/01/21</c:v>
                </c:pt>
                <c:pt idx="39">
                  <c:v>2015/01/22</c:v>
                </c:pt>
                <c:pt idx="40">
                  <c:v>2015/01/23</c:v>
                </c:pt>
                <c:pt idx="41">
                  <c:v>2015/01/26</c:v>
                </c:pt>
                <c:pt idx="42">
                  <c:v>2015/01/27</c:v>
                </c:pt>
                <c:pt idx="43">
                  <c:v>2015/01/28</c:v>
                </c:pt>
                <c:pt idx="44">
                  <c:v>2015/01/29</c:v>
                </c:pt>
                <c:pt idx="45">
                  <c:v>2015/01/30</c:v>
                </c:pt>
                <c:pt idx="46">
                  <c:v>2015/02/01</c:v>
                </c:pt>
                <c:pt idx="47">
                  <c:v>2015/02/02</c:v>
                </c:pt>
                <c:pt idx="48">
                  <c:v>2015/02/03</c:v>
                </c:pt>
                <c:pt idx="49">
                  <c:v>2015/02/04</c:v>
                </c:pt>
                <c:pt idx="50">
                  <c:v>2015/02/05</c:v>
                </c:pt>
                <c:pt idx="51">
                  <c:v>2015/02/06</c:v>
                </c:pt>
                <c:pt idx="52">
                  <c:v>2015/02/07</c:v>
                </c:pt>
                <c:pt idx="53">
                  <c:v>2015/02/09</c:v>
                </c:pt>
                <c:pt idx="54">
                  <c:v>2015/02/10</c:v>
                </c:pt>
                <c:pt idx="55">
                  <c:v>2015/02/11</c:v>
                </c:pt>
                <c:pt idx="56">
                  <c:v>2015/02/12</c:v>
                </c:pt>
                <c:pt idx="57">
                  <c:v>2015/02/13</c:v>
                </c:pt>
                <c:pt idx="58">
                  <c:v>2015/02/15</c:v>
                </c:pt>
                <c:pt idx="59">
                  <c:v>2015/02/16</c:v>
                </c:pt>
                <c:pt idx="60">
                  <c:v>2015/02/17</c:v>
                </c:pt>
                <c:pt idx="61">
                  <c:v>2015/02/18</c:v>
                </c:pt>
                <c:pt idx="62">
                  <c:v>2015/02/19</c:v>
                </c:pt>
                <c:pt idx="63">
                  <c:v>2015/02/20</c:v>
                </c:pt>
                <c:pt idx="64">
                  <c:v>2015/02/23</c:v>
                </c:pt>
                <c:pt idx="65">
                  <c:v>2015/02/24</c:v>
                </c:pt>
                <c:pt idx="66">
                  <c:v>2015/02/25</c:v>
                </c:pt>
                <c:pt idx="67">
                  <c:v>2015/02/26</c:v>
                </c:pt>
                <c:pt idx="68">
                  <c:v>2015/02/27</c:v>
                </c:pt>
                <c:pt idx="69">
                  <c:v>2015/03/02</c:v>
                </c:pt>
                <c:pt idx="70">
                  <c:v>2015/03/03</c:v>
                </c:pt>
                <c:pt idx="71">
                  <c:v>2015/03/04</c:v>
                </c:pt>
                <c:pt idx="72">
                  <c:v>2015/03/05</c:v>
                </c:pt>
                <c:pt idx="73">
                  <c:v>2015/03/06</c:v>
                </c:pt>
                <c:pt idx="74">
                  <c:v>2015/03/08</c:v>
                </c:pt>
                <c:pt idx="75">
                  <c:v>2015/03/09</c:v>
                </c:pt>
                <c:pt idx="76">
                  <c:v>2015/03/10</c:v>
                </c:pt>
                <c:pt idx="77">
                  <c:v>2015/03/11</c:v>
                </c:pt>
                <c:pt idx="78">
                  <c:v>2015/03/12</c:v>
                </c:pt>
                <c:pt idx="79">
                  <c:v>2015/03/13</c:v>
                </c:pt>
                <c:pt idx="80">
                  <c:v>2015/03/16</c:v>
                </c:pt>
                <c:pt idx="81">
                  <c:v>2015/03/17</c:v>
                </c:pt>
                <c:pt idx="82">
                  <c:v>2015/03/18</c:v>
                </c:pt>
                <c:pt idx="83">
                  <c:v>2015/03/19</c:v>
                </c:pt>
                <c:pt idx="84">
                  <c:v>2015/03/20</c:v>
                </c:pt>
                <c:pt idx="85">
                  <c:v>2015/03/23</c:v>
                </c:pt>
                <c:pt idx="86">
                  <c:v>2015/03/24</c:v>
                </c:pt>
                <c:pt idx="87">
                  <c:v>2015/03/25</c:v>
                </c:pt>
                <c:pt idx="88">
                  <c:v>2015/03/26</c:v>
                </c:pt>
                <c:pt idx="89">
                  <c:v>2015/03/27</c:v>
                </c:pt>
                <c:pt idx="90">
                  <c:v>2015/03/30</c:v>
                </c:pt>
                <c:pt idx="91">
                  <c:v>2015/03/31</c:v>
                </c:pt>
                <c:pt idx="92">
                  <c:v>2015/04/01</c:v>
                </c:pt>
                <c:pt idx="93">
                  <c:v>2015/04/02</c:v>
                </c:pt>
                <c:pt idx="94">
                  <c:v>2015/04/03</c:v>
                </c:pt>
                <c:pt idx="95">
                  <c:v>2015/04/06</c:v>
                </c:pt>
                <c:pt idx="96">
                  <c:v>2015/04/07</c:v>
                </c:pt>
                <c:pt idx="97">
                  <c:v>2015/04/08</c:v>
                </c:pt>
                <c:pt idx="98">
                  <c:v>2015/04/09</c:v>
                </c:pt>
                <c:pt idx="99">
                  <c:v>2015/04/10</c:v>
                </c:pt>
                <c:pt idx="100">
                  <c:v>2015/04/13</c:v>
                </c:pt>
                <c:pt idx="101">
                  <c:v>2015/04/14</c:v>
                </c:pt>
                <c:pt idx="102">
                  <c:v>2015/04/15</c:v>
                </c:pt>
                <c:pt idx="103">
                  <c:v>2015/04/16</c:v>
                </c:pt>
                <c:pt idx="104">
                  <c:v>2015/04/17</c:v>
                </c:pt>
                <c:pt idx="105">
                  <c:v>2015/04/20</c:v>
                </c:pt>
                <c:pt idx="106">
                  <c:v>2015/04/21</c:v>
                </c:pt>
                <c:pt idx="107">
                  <c:v>2015/04/22</c:v>
                </c:pt>
                <c:pt idx="108">
                  <c:v>2015/04/23</c:v>
                </c:pt>
                <c:pt idx="109">
                  <c:v>2015/04/24</c:v>
                </c:pt>
                <c:pt idx="110">
                  <c:v>2015/04/27</c:v>
                </c:pt>
                <c:pt idx="111">
                  <c:v>2015/04/28</c:v>
                </c:pt>
                <c:pt idx="112">
                  <c:v>2015/04/29</c:v>
                </c:pt>
                <c:pt idx="113">
                  <c:v>2015/04/30</c:v>
                </c:pt>
                <c:pt idx="114">
                  <c:v>2015/05/01</c:v>
                </c:pt>
                <c:pt idx="115">
                  <c:v>2015/05/04</c:v>
                </c:pt>
                <c:pt idx="116">
                  <c:v>2015/05/05</c:v>
                </c:pt>
                <c:pt idx="117">
                  <c:v>2015/05/06</c:v>
                </c:pt>
                <c:pt idx="118">
                  <c:v>2015/05/07</c:v>
                </c:pt>
                <c:pt idx="119">
                  <c:v>2015/05/08</c:v>
                </c:pt>
                <c:pt idx="120">
                  <c:v>2015/05/11</c:v>
                </c:pt>
                <c:pt idx="121">
                  <c:v>2015/05/12</c:v>
                </c:pt>
                <c:pt idx="122">
                  <c:v>2015/05/13</c:v>
                </c:pt>
                <c:pt idx="123">
                  <c:v>2015/05/14</c:v>
                </c:pt>
                <c:pt idx="124">
                  <c:v>2015/05/15</c:v>
                </c:pt>
                <c:pt idx="125">
                  <c:v>2015/05/18</c:v>
                </c:pt>
                <c:pt idx="126">
                  <c:v>2015/05/19</c:v>
                </c:pt>
                <c:pt idx="127">
                  <c:v>2015/05/20</c:v>
                </c:pt>
                <c:pt idx="128">
                  <c:v>2015/05/21</c:v>
                </c:pt>
                <c:pt idx="129">
                  <c:v>2015/05/22</c:v>
                </c:pt>
                <c:pt idx="130">
                  <c:v>2015/05/24</c:v>
                </c:pt>
                <c:pt idx="131">
                  <c:v>2015/05/25</c:v>
                </c:pt>
                <c:pt idx="132">
                  <c:v>2015/05/26</c:v>
                </c:pt>
                <c:pt idx="133">
                  <c:v>2015/05/27</c:v>
                </c:pt>
                <c:pt idx="134">
                  <c:v>2015/05/28</c:v>
                </c:pt>
                <c:pt idx="135">
                  <c:v>2015/05/29</c:v>
                </c:pt>
                <c:pt idx="136">
                  <c:v>2015/05/31</c:v>
                </c:pt>
                <c:pt idx="137">
                  <c:v>2015/06/01</c:v>
                </c:pt>
                <c:pt idx="138">
                  <c:v>2015/06/02</c:v>
                </c:pt>
                <c:pt idx="139">
                  <c:v>2015/06/03</c:v>
                </c:pt>
                <c:pt idx="140">
                  <c:v>2015/06/04</c:v>
                </c:pt>
                <c:pt idx="141">
                  <c:v>2015/06/05</c:v>
                </c:pt>
                <c:pt idx="142">
                  <c:v>2015/06/07</c:v>
                </c:pt>
                <c:pt idx="143">
                  <c:v>2015/06/08</c:v>
                </c:pt>
                <c:pt idx="144">
                  <c:v>2015/06/09</c:v>
                </c:pt>
                <c:pt idx="145">
                  <c:v>2015/06/10</c:v>
                </c:pt>
                <c:pt idx="146">
                  <c:v>2015/06/11</c:v>
                </c:pt>
                <c:pt idx="147">
                  <c:v>2015/06/12</c:v>
                </c:pt>
                <c:pt idx="148">
                  <c:v>2015/06/13</c:v>
                </c:pt>
                <c:pt idx="149">
                  <c:v>2015/06/14</c:v>
                </c:pt>
                <c:pt idx="150">
                  <c:v>2015/06/15</c:v>
                </c:pt>
                <c:pt idx="151">
                  <c:v>2015/06/16</c:v>
                </c:pt>
                <c:pt idx="152">
                  <c:v>2015/06/17</c:v>
                </c:pt>
                <c:pt idx="153">
                  <c:v>2015/06/18</c:v>
                </c:pt>
                <c:pt idx="154">
                  <c:v>2015/06/19</c:v>
                </c:pt>
                <c:pt idx="155">
                  <c:v>2015/06/22</c:v>
                </c:pt>
                <c:pt idx="156">
                  <c:v>2015/06/23</c:v>
                </c:pt>
                <c:pt idx="157">
                  <c:v>2015/06/24</c:v>
                </c:pt>
                <c:pt idx="158">
                  <c:v>2015/06/25</c:v>
                </c:pt>
                <c:pt idx="159">
                  <c:v>2015/06/26</c:v>
                </c:pt>
                <c:pt idx="160">
                  <c:v>2015/06/29</c:v>
                </c:pt>
                <c:pt idx="161">
                  <c:v>2015/06/30</c:v>
                </c:pt>
                <c:pt idx="162">
                  <c:v>2015/07/01</c:v>
                </c:pt>
                <c:pt idx="163">
                  <c:v>2015/07/02</c:v>
                </c:pt>
                <c:pt idx="164">
                  <c:v>2015/07/03</c:v>
                </c:pt>
                <c:pt idx="165">
                  <c:v>2015/07/06</c:v>
                </c:pt>
                <c:pt idx="166">
                  <c:v>2015/07/07</c:v>
                </c:pt>
                <c:pt idx="167">
                  <c:v>2015/07/08</c:v>
                </c:pt>
                <c:pt idx="168">
                  <c:v>2015/07/09</c:v>
                </c:pt>
                <c:pt idx="169">
                  <c:v>2015/07/10</c:v>
                </c:pt>
                <c:pt idx="170">
                  <c:v>2015/07/14</c:v>
                </c:pt>
                <c:pt idx="171">
                  <c:v>2015/07/21</c:v>
                </c:pt>
                <c:pt idx="172">
                  <c:v>null</c:v>
                </c:pt>
                <c:pt idx="173">
                  <c:v>(blank)</c:v>
                </c:pt>
              </c:strCache>
            </c:strRef>
          </c:cat>
          <c:val>
            <c:numRef>
              <c:f>comparison!$B$4:$B$178</c:f>
              <c:numCache>
                <c:formatCode>General</c:formatCode>
                <c:ptCount val="174"/>
                <c:pt idx="0">
                  <c:v>572225</c:v>
                </c:pt>
                <c:pt idx="1">
                  <c:v>263300</c:v>
                </c:pt>
                <c:pt idx="2">
                  <c:v>18550</c:v>
                </c:pt>
                <c:pt idx="3">
                  <c:v>824725</c:v>
                </c:pt>
                <c:pt idx="4">
                  <c:v>739175</c:v>
                </c:pt>
                <c:pt idx="5">
                  <c:v>222675</c:v>
                </c:pt>
                <c:pt idx="6">
                  <c:v>431250</c:v>
                </c:pt>
                <c:pt idx="7">
                  <c:v>77650</c:v>
                </c:pt>
                <c:pt idx="8">
                  <c:v>32700</c:v>
                </c:pt>
                <c:pt idx="9">
                  <c:v>23700</c:v>
                </c:pt>
                <c:pt idx="10">
                  <c:v>5550</c:v>
                </c:pt>
                <c:pt idx="11">
                  <c:v>11150</c:v>
                </c:pt>
                <c:pt idx="12">
                  <c:v>22470400</c:v>
                </c:pt>
                <c:pt idx="13">
                  <c:v>43122500</c:v>
                </c:pt>
                <c:pt idx="14">
                  <c:v>188415675</c:v>
                </c:pt>
                <c:pt idx="15">
                  <c:v>56356400</c:v>
                </c:pt>
                <c:pt idx="16">
                  <c:v>17830500</c:v>
                </c:pt>
                <c:pt idx="17">
                  <c:v>118389150</c:v>
                </c:pt>
                <c:pt idx="18">
                  <c:v>458850</c:v>
                </c:pt>
                <c:pt idx="19">
                  <c:v>1717100</c:v>
                </c:pt>
                <c:pt idx="20">
                  <c:v>4320175</c:v>
                </c:pt>
                <c:pt idx="21">
                  <c:v>93308125</c:v>
                </c:pt>
                <c:pt idx="22">
                  <c:v>73386325</c:v>
                </c:pt>
                <c:pt idx="23">
                  <c:v>208550</c:v>
                </c:pt>
                <c:pt idx="24">
                  <c:v>24134650</c:v>
                </c:pt>
                <c:pt idx="25">
                  <c:v>68975</c:v>
                </c:pt>
                <c:pt idx="26">
                  <c:v>8832875</c:v>
                </c:pt>
                <c:pt idx="27">
                  <c:v>93900950</c:v>
                </c:pt>
                <c:pt idx="28">
                  <c:v>105795850</c:v>
                </c:pt>
                <c:pt idx="29">
                  <c:v>110363475</c:v>
                </c:pt>
                <c:pt idx="30">
                  <c:v>48554275</c:v>
                </c:pt>
                <c:pt idx="31">
                  <c:v>5894900</c:v>
                </c:pt>
                <c:pt idx="32">
                  <c:v>118520575</c:v>
                </c:pt>
                <c:pt idx="33">
                  <c:v>160514125</c:v>
                </c:pt>
                <c:pt idx="34">
                  <c:v>169879700</c:v>
                </c:pt>
                <c:pt idx="35">
                  <c:v>66268800</c:v>
                </c:pt>
                <c:pt idx="36">
                  <c:v>12668175</c:v>
                </c:pt>
                <c:pt idx="37">
                  <c:v>137497250</c:v>
                </c:pt>
                <c:pt idx="38">
                  <c:v>159588725</c:v>
                </c:pt>
                <c:pt idx="39">
                  <c:v>132054475</c:v>
                </c:pt>
                <c:pt idx="40">
                  <c:v>69620425</c:v>
                </c:pt>
                <c:pt idx="41">
                  <c:v>11358525</c:v>
                </c:pt>
                <c:pt idx="42">
                  <c:v>172522300</c:v>
                </c:pt>
                <c:pt idx="43">
                  <c:v>148574825</c:v>
                </c:pt>
                <c:pt idx="44">
                  <c:v>112035725</c:v>
                </c:pt>
                <c:pt idx="45">
                  <c:v>25173925</c:v>
                </c:pt>
                <c:pt idx="46">
                  <c:v>1553800</c:v>
                </c:pt>
                <c:pt idx="47">
                  <c:v>9398525</c:v>
                </c:pt>
                <c:pt idx="48">
                  <c:v>133967100</c:v>
                </c:pt>
                <c:pt idx="49">
                  <c:v>197932425</c:v>
                </c:pt>
                <c:pt idx="50">
                  <c:v>119703875</c:v>
                </c:pt>
                <c:pt idx="51">
                  <c:v>62820325</c:v>
                </c:pt>
                <c:pt idx="52">
                  <c:v>52400</c:v>
                </c:pt>
                <c:pt idx="53">
                  <c:v>13060075</c:v>
                </c:pt>
                <c:pt idx="54">
                  <c:v>181282750</c:v>
                </c:pt>
                <c:pt idx="55">
                  <c:v>214370175</c:v>
                </c:pt>
                <c:pt idx="56">
                  <c:v>169806750</c:v>
                </c:pt>
                <c:pt idx="57">
                  <c:v>65347075</c:v>
                </c:pt>
                <c:pt idx="58">
                  <c:v>8125</c:v>
                </c:pt>
                <c:pt idx="59">
                  <c:v>9865950</c:v>
                </c:pt>
                <c:pt idx="60">
                  <c:v>152696675</c:v>
                </c:pt>
                <c:pt idx="61">
                  <c:v>181416900</c:v>
                </c:pt>
                <c:pt idx="62">
                  <c:v>137514625</c:v>
                </c:pt>
                <c:pt idx="63">
                  <c:v>60217575</c:v>
                </c:pt>
                <c:pt idx="64">
                  <c:v>12808225</c:v>
                </c:pt>
                <c:pt idx="65">
                  <c:v>97886675</c:v>
                </c:pt>
                <c:pt idx="66">
                  <c:v>180307450</c:v>
                </c:pt>
                <c:pt idx="67">
                  <c:v>165086875</c:v>
                </c:pt>
                <c:pt idx="68">
                  <c:v>62521400</c:v>
                </c:pt>
                <c:pt idx="69">
                  <c:v>8681200</c:v>
                </c:pt>
                <c:pt idx="70">
                  <c:v>152905225</c:v>
                </c:pt>
                <c:pt idx="71">
                  <c:v>165809250</c:v>
                </c:pt>
                <c:pt idx="72">
                  <c:v>130262025</c:v>
                </c:pt>
                <c:pt idx="73">
                  <c:v>59074125</c:v>
                </c:pt>
                <c:pt idx="74">
                  <c:v>40700</c:v>
                </c:pt>
                <c:pt idx="75">
                  <c:v>9395750</c:v>
                </c:pt>
                <c:pt idx="76">
                  <c:v>88124575</c:v>
                </c:pt>
                <c:pt idx="77">
                  <c:v>1838525</c:v>
                </c:pt>
                <c:pt idx="78">
                  <c:v>1355350</c:v>
                </c:pt>
                <c:pt idx="79">
                  <c:v>248075</c:v>
                </c:pt>
                <c:pt idx="80">
                  <c:v>62725</c:v>
                </c:pt>
                <c:pt idx="81">
                  <c:v>775075</c:v>
                </c:pt>
                <c:pt idx="82">
                  <c:v>697725</c:v>
                </c:pt>
                <c:pt idx="83">
                  <c:v>624125</c:v>
                </c:pt>
                <c:pt idx="84">
                  <c:v>589850</c:v>
                </c:pt>
                <c:pt idx="85">
                  <c:v>162175</c:v>
                </c:pt>
                <c:pt idx="86">
                  <c:v>573050</c:v>
                </c:pt>
                <c:pt idx="87">
                  <c:v>462700</c:v>
                </c:pt>
                <c:pt idx="88">
                  <c:v>854100</c:v>
                </c:pt>
                <c:pt idx="89">
                  <c:v>432150</c:v>
                </c:pt>
                <c:pt idx="90">
                  <c:v>76300</c:v>
                </c:pt>
                <c:pt idx="91">
                  <c:v>680900</c:v>
                </c:pt>
                <c:pt idx="92">
                  <c:v>818600</c:v>
                </c:pt>
                <c:pt idx="93">
                  <c:v>569875</c:v>
                </c:pt>
                <c:pt idx="94">
                  <c:v>390250</c:v>
                </c:pt>
                <c:pt idx="95">
                  <c:v>43075</c:v>
                </c:pt>
                <c:pt idx="96">
                  <c:v>1283800</c:v>
                </c:pt>
                <c:pt idx="97">
                  <c:v>948750</c:v>
                </c:pt>
                <c:pt idx="98">
                  <c:v>623150</c:v>
                </c:pt>
                <c:pt idx="99">
                  <c:v>394525</c:v>
                </c:pt>
                <c:pt idx="100">
                  <c:v>71850</c:v>
                </c:pt>
                <c:pt idx="101">
                  <c:v>807400</c:v>
                </c:pt>
                <c:pt idx="102">
                  <c:v>870650</c:v>
                </c:pt>
                <c:pt idx="103">
                  <c:v>848525</c:v>
                </c:pt>
                <c:pt idx="104">
                  <c:v>460400</c:v>
                </c:pt>
                <c:pt idx="105">
                  <c:v>57750</c:v>
                </c:pt>
                <c:pt idx="106">
                  <c:v>1496950</c:v>
                </c:pt>
                <c:pt idx="107">
                  <c:v>1317350</c:v>
                </c:pt>
                <c:pt idx="108">
                  <c:v>1341325</c:v>
                </c:pt>
                <c:pt idx="109">
                  <c:v>639900</c:v>
                </c:pt>
                <c:pt idx="110">
                  <c:v>101550</c:v>
                </c:pt>
                <c:pt idx="111">
                  <c:v>1043600</c:v>
                </c:pt>
                <c:pt idx="112">
                  <c:v>1338525</c:v>
                </c:pt>
                <c:pt idx="113">
                  <c:v>1414025</c:v>
                </c:pt>
                <c:pt idx="114">
                  <c:v>646575</c:v>
                </c:pt>
                <c:pt idx="115">
                  <c:v>43825</c:v>
                </c:pt>
                <c:pt idx="116">
                  <c:v>1930025</c:v>
                </c:pt>
                <c:pt idx="117">
                  <c:v>2234600</c:v>
                </c:pt>
                <c:pt idx="118">
                  <c:v>2059500</c:v>
                </c:pt>
                <c:pt idx="119">
                  <c:v>660350</c:v>
                </c:pt>
                <c:pt idx="120">
                  <c:v>166275</c:v>
                </c:pt>
                <c:pt idx="121">
                  <c:v>3228275</c:v>
                </c:pt>
                <c:pt idx="122">
                  <c:v>3027850</c:v>
                </c:pt>
                <c:pt idx="123">
                  <c:v>5454850</c:v>
                </c:pt>
                <c:pt idx="124">
                  <c:v>1304550</c:v>
                </c:pt>
                <c:pt idx="125">
                  <c:v>284225</c:v>
                </c:pt>
                <c:pt idx="126">
                  <c:v>30592950</c:v>
                </c:pt>
                <c:pt idx="127">
                  <c:v>9651025</c:v>
                </c:pt>
                <c:pt idx="128">
                  <c:v>134426500</c:v>
                </c:pt>
                <c:pt idx="129">
                  <c:v>67674425</c:v>
                </c:pt>
                <c:pt idx="130">
                  <c:v>17150</c:v>
                </c:pt>
                <c:pt idx="131">
                  <c:v>3451875</c:v>
                </c:pt>
                <c:pt idx="132">
                  <c:v>107192525</c:v>
                </c:pt>
                <c:pt idx="133">
                  <c:v>186762900</c:v>
                </c:pt>
                <c:pt idx="134">
                  <c:v>148101350</c:v>
                </c:pt>
                <c:pt idx="135">
                  <c:v>61111775</c:v>
                </c:pt>
                <c:pt idx="136">
                  <c:v>54850</c:v>
                </c:pt>
                <c:pt idx="137">
                  <c:v>13255700</c:v>
                </c:pt>
                <c:pt idx="138">
                  <c:v>174737350</c:v>
                </c:pt>
                <c:pt idx="139">
                  <c:v>206377625</c:v>
                </c:pt>
                <c:pt idx="140">
                  <c:v>146402100</c:v>
                </c:pt>
                <c:pt idx="141">
                  <c:v>65813275</c:v>
                </c:pt>
                <c:pt idx="142">
                  <c:v>45925</c:v>
                </c:pt>
                <c:pt idx="143">
                  <c:v>14363875</c:v>
                </c:pt>
                <c:pt idx="144">
                  <c:v>87542500</c:v>
                </c:pt>
                <c:pt idx="145">
                  <c:v>61367300</c:v>
                </c:pt>
                <c:pt idx="146">
                  <c:v>139974275</c:v>
                </c:pt>
                <c:pt idx="147">
                  <c:v>51426775</c:v>
                </c:pt>
                <c:pt idx="148">
                  <c:v>11350</c:v>
                </c:pt>
                <c:pt idx="149">
                  <c:v>26700</c:v>
                </c:pt>
                <c:pt idx="150">
                  <c:v>11833250</c:v>
                </c:pt>
                <c:pt idx="151">
                  <c:v>150953925</c:v>
                </c:pt>
                <c:pt idx="152">
                  <c:v>186582950</c:v>
                </c:pt>
                <c:pt idx="153">
                  <c:v>132681825</c:v>
                </c:pt>
                <c:pt idx="154">
                  <c:v>63923200</c:v>
                </c:pt>
                <c:pt idx="155">
                  <c:v>20700</c:v>
                </c:pt>
                <c:pt idx="156">
                  <c:v>1450600</c:v>
                </c:pt>
                <c:pt idx="157">
                  <c:v>1607525</c:v>
                </c:pt>
                <c:pt idx="158">
                  <c:v>747500</c:v>
                </c:pt>
                <c:pt idx="159">
                  <c:v>313750</c:v>
                </c:pt>
                <c:pt idx="160">
                  <c:v>179075</c:v>
                </c:pt>
                <c:pt idx="161">
                  <c:v>3066750</c:v>
                </c:pt>
                <c:pt idx="162">
                  <c:v>3497600</c:v>
                </c:pt>
                <c:pt idx="163">
                  <c:v>3215825</c:v>
                </c:pt>
                <c:pt idx="164">
                  <c:v>2092575</c:v>
                </c:pt>
                <c:pt idx="165">
                  <c:v>272300</c:v>
                </c:pt>
                <c:pt idx="166">
                  <c:v>5571700</c:v>
                </c:pt>
                <c:pt idx="167">
                  <c:v>4754525</c:v>
                </c:pt>
                <c:pt idx="168">
                  <c:v>2478600</c:v>
                </c:pt>
                <c:pt idx="169">
                  <c:v>127625</c:v>
                </c:pt>
                <c:pt idx="170">
                  <c:v>246000</c:v>
                </c:pt>
                <c:pt idx="171">
                  <c:v>10450</c:v>
                </c:pt>
                <c:pt idx="172">
                  <c:v>165228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171-4DC0-BD7F-0590A9A59B10}"/>
            </c:ext>
          </c:extLst>
        </c:ser>
        <c:ser>
          <c:idx val="1"/>
          <c:order val="1"/>
          <c:tx>
            <c:strRef>
              <c:f>comparison!$C$3</c:f>
              <c:strCache>
                <c:ptCount val="1"/>
                <c:pt idx="0">
                  <c:v>Sum of sellingprice</c:v>
                </c:pt>
              </c:strCache>
            </c:strRef>
          </c:tx>
          <c:spPr>
            <a:ln w="28575" cap="rnd">
              <a:solidFill>
                <a:schemeClr val="accent4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comparison!$A$4:$A$178</c:f>
              <c:strCache>
                <c:ptCount val="174"/>
                <c:pt idx="0">
                  <c:v>2014/01/01</c:v>
                </c:pt>
                <c:pt idx="1">
                  <c:v>2014/01/02</c:v>
                </c:pt>
                <c:pt idx="2">
                  <c:v>2014/01/05</c:v>
                </c:pt>
                <c:pt idx="3">
                  <c:v>2014/01/06</c:v>
                </c:pt>
                <c:pt idx="4">
                  <c:v>2014/01/07</c:v>
                </c:pt>
                <c:pt idx="5">
                  <c:v>2014/01/08</c:v>
                </c:pt>
                <c:pt idx="6">
                  <c:v>2014/01/12</c:v>
                </c:pt>
                <c:pt idx="7">
                  <c:v>2014/01/13</c:v>
                </c:pt>
                <c:pt idx="8">
                  <c:v>2014/01/14</c:v>
                </c:pt>
                <c:pt idx="9">
                  <c:v>2014/01/15</c:v>
                </c:pt>
                <c:pt idx="10">
                  <c:v>2014/01/29</c:v>
                </c:pt>
                <c:pt idx="11">
                  <c:v>2014/02/14</c:v>
                </c:pt>
                <c:pt idx="12">
                  <c:v>2014/12/16</c:v>
                </c:pt>
                <c:pt idx="13">
                  <c:v>2014/12/17</c:v>
                </c:pt>
                <c:pt idx="14">
                  <c:v>2014/12/18</c:v>
                </c:pt>
                <c:pt idx="15">
                  <c:v>2014/12/19</c:v>
                </c:pt>
                <c:pt idx="16">
                  <c:v>2014/12/22</c:v>
                </c:pt>
                <c:pt idx="17">
                  <c:v>2014/12/23</c:v>
                </c:pt>
                <c:pt idx="18">
                  <c:v>2014/12/24</c:v>
                </c:pt>
                <c:pt idx="19">
                  <c:v>2014/12/26</c:v>
                </c:pt>
                <c:pt idx="20">
                  <c:v>2014/12/29</c:v>
                </c:pt>
                <c:pt idx="21">
                  <c:v>2014/12/30</c:v>
                </c:pt>
                <c:pt idx="22">
                  <c:v>2014/12/31</c:v>
                </c:pt>
                <c:pt idx="23">
                  <c:v>2015/01/01</c:v>
                </c:pt>
                <c:pt idx="24">
                  <c:v>2015/01/02</c:v>
                </c:pt>
                <c:pt idx="25">
                  <c:v>2015/01/04</c:v>
                </c:pt>
                <c:pt idx="26">
                  <c:v>2015/01/05</c:v>
                </c:pt>
                <c:pt idx="27">
                  <c:v>2015/01/06</c:v>
                </c:pt>
                <c:pt idx="28">
                  <c:v>2015/01/07</c:v>
                </c:pt>
                <c:pt idx="29">
                  <c:v>2015/01/08</c:v>
                </c:pt>
                <c:pt idx="30">
                  <c:v>2015/01/09</c:v>
                </c:pt>
                <c:pt idx="31">
                  <c:v>2015/01/12</c:v>
                </c:pt>
                <c:pt idx="32">
                  <c:v>2015/01/13</c:v>
                </c:pt>
                <c:pt idx="33">
                  <c:v>2015/01/14</c:v>
                </c:pt>
                <c:pt idx="34">
                  <c:v>2015/01/15</c:v>
                </c:pt>
                <c:pt idx="35">
                  <c:v>2015/01/16</c:v>
                </c:pt>
                <c:pt idx="36">
                  <c:v>2015/01/19</c:v>
                </c:pt>
                <c:pt idx="37">
                  <c:v>2015/01/20</c:v>
                </c:pt>
                <c:pt idx="38">
                  <c:v>2015/01/21</c:v>
                </c:pt>
                <c:pt idx="39">
                  <c:v>2015/01/22</c:v>
                </c:pt>
                <c:pt idx="40">
                  <c:v>2015/01/23</c:v>
                </c:pt>
                <c:pt idx="41">
                  <c:v>2015/01/26</c:v>
                </c:pt>
                <c:pt idx="42">
                  <c:v>2015/01/27</c:v>
                </c:pt>
                <c:pt idx="43">
                  <c:v>2015/01/28</c:v>
                </c:pt>
                <c:pt idx="44">
                  <c:v>2015/01/29</c:v>
                </c:pt>
                <c:pt idx="45">
                  <c:v>2015/01/30</c:v>
                </c:pt>
                <c:pt idx="46">
                  <c:v>2015/02/01</c:v>
                </c:pt>
                <c:pt idx="47">
                  <c:v>2015/02/02</c:v>
                </c:pt>
                <c:pt idx="48">
                  <c:v>2015/02/03</c:v>
                </c:pt>
                <c:pt idx="49">
                  <c:v>2015/02/04</c:v>
                </c:pt>
                <c:pt idx="50">
                  <c:v>2015/02/05</c:v>
                </c:pt>
                <c:pt idx="51">
                  <c:v>2015/02/06</c:v>
                </c:pt>
                <c:pt idx="52">
                  <c:v>2015/02/07</c:v>
                </c:pt>
                <c:pt idx="53">
                  <c:v>2015/02/09</c:v>
                </c:pt>
                <c:pt idx="54">
                  <c:v>2015/02/10</c:v>
                </c:pt>
                <c:pt idx="55">
                  <c:v>2015/02/11</c:v>
                </c:pt>
                <c:pt idx="56">
                  <c:v>2015/02/12</c:v>
                </c:pt>
                <c:pt idx="57">
                  <c:v>2015/02/13</c:v>
                </c:pt>
                <c:pt idx="58">
                  <c:v>2015/02/15</c:v>
                </c:pt>
                <c:pt idx="59">
                  <c:v>2015/02/16</c:v>
                </c:pt>
                <c:pt idx="60">
                  <c:v>2015/02/17</c:v>
                </c:pt>
                <c:pt idx="61">
                  <c:v>2015/02/18</c:v>
                </c:pt>
                <c:pt idx="62">
                  <c:v>2015/02/19</c:v>
                </c:pt>
                <c:pt idx="63">
                  <c:v>2015/02/20</c:v>
                </c:pt>
                <c:pt idx="64">
                  <c:v>2015/02/23</c:v>
                </c:pt>
                <c:pt idx="65">
                  <c:v>2015/02/24</c:v>
                </c:pt>
                <c:pt idx="66">
                  <c:v>2015/02/25</c:v>
                </c:pt>
                <c:pt idx="67">
                  <c:v>2015/02/26</c:v>
                </c:pt>
                <c:pt idx="68">
                  <c:v>2015/02/27</c:v>
                </c:pt>
                <c:pt idx="69">
                  <c:v>2015/03/02</c:v>
                </c:pt>
                <c:pt idx="70">
                  <c:v>2015/03/03</c:v>
                </c:pt>
                <c:pt idx="71">
                  <c:v>2015/03/04</c:v>
                </c:pt>
                <c:pt idx="72">
                  <c:v>2015/03/05</c:v>
                </c:pt>
                <c:pt idx="73">
                  <c:v>2015/03/06</c:v>
                </c:pt>
                <c:pt idx="74">
                  <c:v>2015/03/08</c:v>
                </c:pt>
                <c:pt idx="75">
                  <c:v>2015/03/09</c:v>
                </c:pt>
                <c:pt idx="76">
                  <c:v>2015/03/10</c:v>
                </c:pt>
                <c:pt idx="77">
                  <c:v>2015/03/11</c:v>
                </c:pt>
                <c:pt idx="78">
                  <c:v>2015/03/12</c:v>
                </c:pt>
                <c:pt idx="79">
                  <c:v>2015/03/13</c:v>
                </c:pt>
                <c:pt idx="80">
                  <c:v>2015/03/16</c:v>
                </c:pt>
                <c:pt idx="81">
                  <c:v>2015/03/17</c:v>
                </c:pt>
                <c:pt idx="82">
                  <c:v>2015/03/18</c:v>
                </c:pt>
                <c:pt idx="83">
                  <c:v>2015/03/19</c:v>
                </c:pt>
                <c:pt idx="84">
                  <c:v>2015/03/20</c:v>
                </c:pt>
                <c:pt idx="85">
                  <c:v>2015/03/23</c:v>
                </c:pt>
                <c:pt idx="86">
                  <c:v>2015/03/24</c:v>
                </c:pt>
                <c:pt idx="87">
                  <c:v>2015/03/25</c:v>
                </c:pt>
                <c:pt idx="88">
                  <c:v>2015/03/26</c:v>
                </c:pt>
                <c:pt idx="89">
                  <c:v>2015/03/27</c:v>
                </c:pt>
                <c:pt idx="90">
                  <c:v>2015/03/30</c:v>
                </c:pt>
                <c:pt idx="91">
                  <c:v>2015/03/31</c:v>
                </c:pt>
                <c:pt idx="92">
                  <c:v>2015/04/01</c:v>
                </c:pt>
                <c:pt idx="93">
                  <c:v>2015/04/02</c:v>
                </c:pt>
                <c:pt idx="94">
                  <c:v>2015/04/03</c:v>
                </c:pt>
                <c:pt idx="95">
                  <c:v>2015/04/06</c:v>
                </c:pt>
                <c:pt idx="96">
                  <c:v>2015/04/07</c:v>
                </c:pt>
                <c:pt idx="97">
                  <c:v>2015/04/08</c:v>
                </c:pt>
                <c:pt idx="98">
                  <c:v>2015/04/09</c:v>
                </c:pt>
                <c:pt idx="99">
                  <c:v>2015/04/10</c:v>
                </c:pt>
                <c:pt idx="100">
                  <c:v>2015/04/13</c:v>
                </c:pt>
                <c:pt idx="101">
                  <c:v>2015/04/14</c:v>
                </c:pt>
                <c:pt idx="102">
                  <c:v>2015/04/15</c:v>
                </c:pt>
                <c:pt idx="103">
                  <c:v>2015/04/16</c:v>
                </c:pt>
                <c:pt idx="104">
                  <c:v>2015/04/17</c:v>
                </c:pt>
                <c:pt idx="105">
                  <c:v>2015/04/20</c:v>
                </c:pt>
                <c:pt idx="106">
                  <c:v>2015/04/21</c:v>
                </c:pt>
                <c:pt idx="107">
                  <c:v>2015/04/22</c:v>
                </c:pt>
                <c:pt idx="108">
                  <c:v>2015/04/23</c:v>
                </c:pt>
                <c:pt idx="109">
                  <c:v>2015/04/24</c:v>
                </c:pt>
                <c:pt idx="110">
                  <c:v>2015/04/27</c:v>
                </c:pt>
                <c:pt idx="111">
                  <c:v>2015/04/28</c:v>
                </c:pt>
                <c:pt idx="112">
                  <c:v>2015/04/29</c:v>
                </c:pt>
                <c:pt idx="113">
                  <c:v>2015/04/30</c:v>
                </c:pt>
                <c:pt idx="114">
                  <c:v>2015/05/01</c:v>
                </c:pt>
                <c:pt idx="115">
                  <c:v>2015/05/04</c:v>
                </c:pt>
                <c:pt idx="116">
                  <c:v>2015/05/05</c:v>
                </c:pt>
                <c:pt idx="117">
                  <c:v>2015/05/06</c:v>
                </c:pt>
                <c:pt idx="118">
                  <c:v>2015/05/07</c:v>
                </c:pt>
                <c:pt idx="119">
                  <c:v>2015/05/08</c:v>
                </c:pt>
                <c:pt idx="120">
                  <c:v>2015/05/11</c:v>
                </c:pt>
                <c:pt idx="121">
                  <c:v>2015/05/12</c:v>
                </c:pt>
                <c:pt idx="122">
                  <c:v>2015/05/13</c:v>
                </c:pt>
                <c:pt idx="123">
                  <c:v>2015/05/14</c:v>
                </c:pt>
                <c:pt idx="124">
                  <c:v>2015/05/15</c:v>
                </c:pt>
                <c:pt idx="125">
                  <c:v>2015/05/18</c:v>
                </c:pt>
                <c:pt idx="126">
                  <c:v>2015/05/19</c:v>
                </c:pt>
                <c:pt idx="127">
                  <c:v>2015/05/20</c:v>
                </c:pt>
                <c:pt idx="128">
                  <c:v>2015/05/21</c:v>
                </c:pt>
                <c:pt idx="129">
                  <c:v>2015/05/22</c:v>
                </c:pt>
                <c:pt idx="130">
                  <c:v>2015/05/24</c:v>
                </c:pt>
                <c:pt idx="131">
                  <c:v>2015/05/25</c:v>
                </c:pt>
                <c:pt idx="132">
                  <c:v>2015/05/26</c:v>
                </c:pt>
                <c:pt idx="133">
                  <c:v>2015/05/27</c:v>
                </c:pt>
                <c:pt idx="134">
                  <c:v>2015/05/28</c:v>
                </c:pt>
                <c:pt idx="135">
                  <c:v>2015/05/29</c:v>
                </c:pt>
                <c:pt idx="136">
                  <c:v>2015/05/31</c:v>
                </c:pt>
                <c:pt idx="137">
                  <c:v>2015/06/01</c:v>
                </c:pt>
                <c:pt idx="138">
                  <c:v>2015/06/02</c:v>
                </c:pt>
                <c:pt idx="139">
                  <c:v>2015/06/03</c:v>
                </c:pt>
                <c:pt idx="140">
                  <c:v>2015/06/04</c:v>
                </c:pt>
                <c:pt idx="141">
                  <c:v>2015/06/05</c:v>
                </c:pt>
                <c:pt idx="142">
                  <c:v>2015/06/07</c:v>
                </c:pt>
                <c:pt idx="143">
                  <c:v>2015/06/08</c:v>
                </c:pt>
                <c:pt idx="144">
                  <c:v>2015/06/09</c:v>
                </c:pt>
                <c:pt idx="145">
                  <c:v>2015/06/10</c:v>
                </c:pt>
                <c:pt idx="146">
                  <c:v>2015/06/11</c:v>
                </c:pt>
                <c:pt idx="147">
                  <c:v>2015/06/12</c:v>
                </c:pt>
                <c:pt idx="148">
                  <c:v>2015/06/13</c:v>
                </c:pt>
                <c:pt idx="149">
                  <c:v>2015/06/14</c:v>
                </c:pt>
                <c:pt idx="150">
                  <c:v>2015/06/15</c:v>
                </c:pt>
                <c:pt idx="151">
                  <c:v>2015/06/16</c:v>
                </c:pt>
                <c:pt idx="152">
                  <c:v>2015/06/17</c:v>
                </c:pt>
                <c:pt idx="153">
                  <c:v>2015/06/18</c:v>
                </c:pt>
                <c:pt idx="154">
                  <c:v>2015/06/19</c:v>
                </c:pt>
                <c:pt idx="155">
                  <c:v>2015/06/22</c:v>
                </c:pt>
                <c:pt idx="156">
                  <c:v>2015/06/23</c:v>
                </c:pt>
                <c:pt idx="157">
                  <c:v>2015/06/24</c:v>
                </c:pt>
                <c:pt idx="158">
                  <c:v>2015/06/25</c:v>
                </c:pt>
                <c:pt idx="159">
                  <c:v>2015/06/26</c:v>
                </c:pt>
                <c:pt idx="160">
                  <c:v>2015/06/29</c:v>
                </c:pt>
                <c:pt idx="161">
                  <c:v>2015/06/30</c:v>
                </c:pt>
                <c:pt idx="162">
                  <c:v>2015/07/01</c:v>
                </c:pt>
                <c:pt idx="163">
                  <c:v>2015/07/02</c:v>
                </c:pt>
                <c:pt idx="164">
                  <c:v>2015/07/03</c:v>
                </c:pt>
                <c:pt idx="165">
                  <c:v>2015/07/06</c:v>
                </c:pt>
                <c:pt idx="166">
                  <c:v>2015/07/07</c:v>
                </c:pt>
                <c:pt idx="167">
                  <c:v>2015/07/08</c:v>
                </c:pt>
                <c:pt idx="168">
                  <c:v>2015/07/09</c:v>
                </c:pt>
                <c:pt idx="169">
                  <c:v>2015/07/10</c:v>
                </c:pt>
                <c:pt idx="170">
                  <c:v>2015/07/14</c:v>
                </c:pt>
                <c:pt idx="171">
                  <c:v>2015/07/21</c:v>
                </c:pt>
                <c:pt idx="172">
                  <c:v>null</c:v>
                </c:pt>
                <c:pt idx="173">
                  <c:v>(blank)</c:v>
                </c:pt>
              </c:strCache>
            </c:strRef>
          </c:cat>
          <c:val>
            <c:numRef>
              <c:f>comparison!$C$4:$C$178</c:f>
              <c:numCache>
                <c:formatCode>General</c:formatCode>
                <c:ptCount val="174"/>
                <c:pt idx="0">
                  <c:v>563400</c:v>
                </c:pt>
                <c:pt idx="1">
                  <c:v>226400</c:v>
                </c:pt>
                <c:pt idx="2">
                  <c:v>19850</c:v>
                </c:pt>
                <c:pt idx="3">
                  <c:v>859900</c:v>
                </c:pt>
                <c:pt idx="4">
                  <c:v>739400</c:v>
                </c:pt>
                <c:pt idx="5">
                  <c:v>224700</c:v>
                </c:pt>
                <c:pt idx="6">
                  <c:v>437500</c:v>
                </c:pt>
                <c:pt idx="7">
                  <c:v>76725</c:v>
                </c:pt>
                <c:pt idx="8">
                  <c:v>33200</c:v>
                </c:pt>
                <c:pt idx="9">
                  <c:v>23000</c:v>
                </c:pt>
                <c:pt idx="10">
                  <c:v>450</c:v>
                </c:pt>
                <c:pt idx="11">
                  <c:v>10500</c:v>
                </c:pt>
                <c:pt idx="12">
                  <c:v>21622600</c:v>
                </c:pt>
                <c:pt idx="13">
                  <c:v>41800094</c:v>
                </c:pt>
                <c:pt idx="14">
                  <c:v>185192633</c:v>
                </c:pt>
                <c:pt idx="15">
                  <c:v>55289169</c:v>
                </c:pt>
                <c:pt idx="16">
                  <c:v>16968858</c:v>
                </c:pt>
                <c:pt idx="17">
                  <c:v>114065018</c:v>
                </c:pt>
                <c:pt idx="18">
                  <c:v>444300</c:v>
                </c:pt>
                <c:pt idx="19">
                  <c:v>1700650</c:v>
                </c:pt>
                <c:pt idx="20">
                  <c:v>4187800</c:v>
                </c:pt>
                <c:pt idx="21">
                  <c:v>91204014</c:v>
                </c:pt>
                <c:pt idx="22">
                  <c:v>71959069</c:v>
                </c:pt>
                <c:pt idx="23">
                  <c:v>186200</c:v>
                </c:pt>
                <c:pt idx="24">
                  <c:v>24083225</c:v>
                </c:pt>
                <c:pt idx="25">
                  <c:v>69800</c:v>
                </c:pt>
                <c:pt idx="26">
                  <c:v>8718750</c:v>
                </c:pt>
                <c:pt idx="27">
                  <c:v>92440595</c:v>
                </c:pt>
                <c:pt idx="28">
                  <c:v>104685334</c:v>
                </c:pt>
                <c:pt idx="29">
                  <c:v>109096472</c:v>
                </c:pt>
                <c:pt idx="30">
                  <c:v>47930929</c:v>
                </c:pt>
                <c:pt idx="31">
                  <c:v>5900965</c:v>
                </c:pt>
                <c:pt idx="32">
                  <c:v>116823542</c:v>
                </c:pt>
                <c:pt idx="33">
                  <c:v>158228223</c:v>
                </c:pt>
                <c:pt idx="34">
                  <c:v>167942033</c:v>
                </c:pt>
                <c:pt idx="35">
                  <c:v>65802025</c:v>
                </c:pt>
                <c:pt idx="36">
                  <c:v>12526975</c:v>
                </c:pt>
                <c:pt idx="37">
                  <c:v>135173914</c:v>
                </c:pt>
                <c:pt idx="38">
                  <c:v>157467736</c:v>
                </c:pt>
                <c:pt idx="39">
                  <c:v>129736665</c:v>
                </c:pt>
                <c:pt idx="40">
                  <c:v>69232380</c:v>
                </c:pt>
                <c:pt idx="41">
                  <c:v>11233225</c:v>
                </c:pt>
                <c:pt idx="42">
                  <c:v>170496123</c:v>
                </c:pt>
                <c:pt idx="43">
                  <c:v>145565996</c:v>
                </c:pt>
                <c:pt idx="44">
                  <c:v>110601010</c:v>
                </c:pt>
                <c:pt idx="45">
                  <c:v>24534150</c:v>
                </c:pt>
                <c:pt idx="46">
                  <c:v>1490900</c:v>
                </c:pt>
                <c:pt idx="47">
                  <c:v>9368025</c:v>
                </c:pt>
                <c:pt idx="48">
                  <c:v>131249682</c:v>
                </c:pt>
                <c:pt idx="49">
                  <c:v>196453330</c:v>
                </c:pt>
                <c:pt idx="50">
                  <c:v>118644088</c:v>
                </c:pt>
                <c:pt idx="51">
                  <c:v>62688169</c:v>
                </c:pt>
                <c:pt idx="52">
                  <c:v>38141</c:v>
                </c:pt>
                <c:pt idx="53">
                  <c:v>13229700</c:v>
                </c:pt>
                <c:pt idx="54">
                  <c:v>180243933</c:v>
                </c:pt>
                <c:pt idx="55">
                  <c:v>213231412</c:v>
                </c:pt>
                <c:pt idx="56">
                  <c:v>168467879</c:v>
                </c:pt>
                <c:pt idx="57">
                  <c:v>65430043</c:v>
                </c:pt>
                <c:pt idx="58">
                  <c:v>8400</c:v>
                </c:pt>
                <c:pt idx="59">
                  <c:v>9928750</c:v>
                </c:pt>
                <c:pt idx="60">
                  <c:v>151329264</c:v>
                </c:pt>
                <c:pt idx="61">
                  <c:v>180917733</c:v>
                </c:pt>
                <c:pt idx="62">
                  <c:v>137017761</c:v>
                </c:pt>
                <c:pt idx="63">
                  <c:v>60530950</c:v>
                </c:pt>
                <c:pt idx="64">
                  <c:v>12893200</c:v>
                </c:pt>
                <c:pt idx="65">
                  <c:v>97312549</c:v>
                </c:pt>
                <c:pt idx="66">
                  <c:v>180003287</c:v>
                </c:pt>
                <c:pt idx="67">
                  <c:v>165503505</c:v>
                </c:pt>
                <c:pt idx="68">
                  <c:v>62871626</c:v>
                </c:pt>
                <c:pt idx="69">
                  <c:v>8886375</c:v>
                </c:pt>
                <c:pt idx="70">
                  <c:v>151910344</c:v>
                </c:pt>
                <c:pt idx="71">
                  <c:v>165898146</c:v>
                </c:pt>
                <c:pt idx="72">
                  <c:v>130213736</c:v>
                </c:pt>
                <c:pt idx="73">
                  <c:v>59317750</c:v>
                </c:pt>
                <c:pt idx="74">
                  <c:v>36300</c:v>
                </c:pt>
                <c:pt idx="75">
                  <c:v>9652250</c:v>
                </c:pt>
                <c:pt idx="76">
                  <c:v>87901912</c:v>
                </c:pt>
                <c:pt idx="77">
                  <c:v>1697035</c:v>
                </c:pt>
                <c:pt idx="78">
                  <c:v>1275800</c:v>
                </c:pt>
                <c:pt idx="79">
                  <c:v>241200</c:v>
                </c:pt>
                <c:pt idx="80">
                  <c:v>56600</c:v>
                </c:pt>
                <c:pt idx="81">
                  <c:v>704700</c:v>
                </c:pt>
                <c:pt idx="82">
                  <c:v>613675</c:v>
                </c:pt>
                <c:pt idx="83">
                  <c:v>502300</c:v>
                </c:pt>
                <c:pt idx="84">
                  <c:v>383200</c:v>
                </c:pt>
                <c:pt idx="85">
                  <c:v>109000</c:v>
                </c:pt>
                <c:pt idx="86">
                  <c:v>461325</c:v>
                </c:pt>
                <c:pt idx="87">
                  <c:v>392625</c:v>
                </c:pt>
                <c:pt idx="88">
                  <c:v>764150</c:v>
                </c:pt>
                <c:pt idx="89">
                  <c:v>400400</c:v>
                </c:pt>
                <c:pt idx="90">
                  <c:v>67300</c:v>
                </c:pt>
                <c:pt idx="91">
                  <c:v>619150</c:v>
                </c:pt>
                <c:pt idx="92">
                  <c:v>790050</c:v>
                </c:pt>
                <c:pt idx="93">
                  <c:v>506350</c:v>
                </c:pt>
                <c:pt idx="94">
                  <c:v>375150</c:v>
                </c:pt>
                <c:pt idx="95">
                  <c:v>18400</c:v>
                </c:pt>
                <c:pt idx="96">
                  <c:v>1222550</c:v>
                </c:pt>
                <c:pt idx="97">
                  <c:v>754400</c:v>
                </c:pt>
                <c:pt idx="98">
                  <c:v>571850</c:v>
                </c:pt>
                <c:pt idx="99">
                  <c:v>301950</c:v>
                </c:pt>
                <c:pt idx="100">
                  <c:v>70950</c:v>
                </c:pt>
                <c:pt idx="101">
                  <c:v>746950</c:v>
                </c:pt>
                <c:pt idx="102">
                  <c:v>779300</c:v>
                </c:pt>
                <c:pt idx="103">
                  <c:v>749075</c:v>
                </c:pt>
                <c:pt idx="104">
                  <c:v>383050</c:v>
                </c:pt>
                <c:pt idx="105">
                  <c:v>59100</c:v>
                </c:pt>
                <c:pt idx="106">
                  <c:v>1410900</c:v>
                </c:pt>
                <c:pt idx="107">
                  <c:v>1123305</c:v>
                </c:pt>
                <c:pt idx="108">
                  <c:v>1172125</c:v>
                </c:pt>
                <c:pt idx="109">
                  <c:v>550500</c:v>
                </c:pt>
                <c:pt idx="110">
                  <c:v>95000</c:v>
                </c:pt>
                <c:pt idx="111">
                  <c:v>831325</c:v>
                </c:pt>
                <c:pt idx="112">
                  <c:v>1134400</c:v>
                </c:pt>
                <c:pt idx="113">
                  <c:v>1153075</c:v>
                </c:pt>
                <c:pt idx="114">
                  <c:v>568388</c:v>
                </c:pt>
                <c:pt idx="115">
                  <c:v>33900</c:v>
                </c:pt>
                <c:pt idx="116">
                  <c:v>1592225</c:v>
                </c:pt>
                <c:pt idx="117">
                  <c:v>1887575</c:v>
                </c:pt>
                <c:pt idx="118">
                  <c:v>1632551</c:v>
                </c:pt>
                <c:pt idx="119">
                  <c:v>527750</c:v>
                </c:pt>
                <c:pt idx="120">
                  <c:v>138050</c:v>
                </c:pt>
                <c:pt idx="121">
                  <c:v>2699688</c:v>
                </c:pt>
                <c:pt idx="122">
                  <c:v>2542502</c:v>
                </c:pt>
                <c:pt idx="123">
                  <c:v>4770438</c:v>
                </c:pt>
                <c:pt idx="124">
                  <c:v>1080250</c:v>
                </c:pt>
                <c:pt idx="125">
                  <c:v>239500</c:v>
                </c:pt>
                <c:pt idx="126">
                  <c:v>29773528</c:v>
                </c:pt>
                <c:pt idx="127">
                  <c:v>8644505</c:v>
                </c:pt>
                <c:pt idx="128">
                  <c:v>131208748</c:v>
                </c:pt>
                <c:pt idx="129">
                  <c:v>66915850</c:v>
                </c:pt>
                <c:pt idx="130">
                  <c:v>16800</c:v>
                </c:pt>
                <c:pt idx="131">
                  <c:v>3497750</c:v>
                </c:pt>
                <c:pt idx="132">
                  <c:v>104244836</c:v>
                </c:pt>
                <c:pt idx="133">
                  <c:v>183726687</c:v>
                </c:pt>
                <c:pt idx="134">
                  <c:v>145457907</c:v>
                </c:pt>
                <c:pt idx="135">
                  <c:v>60919028</c:v>
                </c:pt>
                <c:pt idx="136">
                  <c:v>60000</c:v>
                </c:pt>
                <c:pt idx="137">
                  <c:v>13364504</c:v>
                </c:pt>
                <c:pt idx="138">
                  <c:v>172918125</c:v>
                </c:pt>
                <c:pt idx="139">
                  <c:v>204078139</c:v>
                </c:pt>
                <c:pt idx="140">
                  <c:v>144596179</c:v>
                </c:pt>
                <c:pt idx="141">
                  <c:v>65596751</c:v>
                </c:pt>
                <c:pt idx="142">
                  <c:v>40300</c:v>
                </c:pt>
                <c:pt idx="143">
                  <c:v>14261918</c:v>
                </c:pt>
                <c:pt idx="144">
                  <c:v>86178945</c:v>
                </c:pt>
                <c:pt idx="145">
                  <c:v>60064499</c:v>
                </c:pt>
                <c:pt idx="146">
                  <c:v>138378431</c:v>
                </c:pt>
                <c:pt idx="147">
                  <c:v>51170201</c:v>
                </c:pt>
                <c:pt idx="148">
                  <c:v>2900</c:v>
                </c:pt>
                <c:pt idx="149">
                  <c:v>27400</c:v>
                </c:pt>
                <c:pt idx="150">
                  <c:v>12125800</c:v>
                </c:pt>
                <c:pt idx="151">
                  <c:v>149643871</c:v>
                </c:pt>
                <c:pt idx="152">
                  <c:v>185347327</c:v>
                </c:pt>
                <c:pt idx="153">
                  <c:v>131062135</c:v>
                </c:pt>
                <c:pt idx="154">
                  <c:v>63989515</c:v>
                </c:pt>
                <c:pt idx="155">
                  <c:v>19500</c:v>
                </c:pt>
                <c:pt idx="156">
                  <c:v>1437575</c:v>
                </c:pt>
                <c:pt idx="157">
                  <c:v>1372800</c:v>
                </c:pt>
                <c:pt idx="158">
                  <c:v>724850</c:v>
                </c:pt>
                <c:pt idx="159">
                  <c:v>323100</c:v>
                </c:pt>
                <c:pt idx="160">
                  <c:v>147300</c:v>
                </c:pt>
                <c:pt idx="161">
                  <c:v>3009150</c:v>
                </c:pt>
                <c:pt idx="162">
                  <c:v>3490350</c:v>
                </c:pt>
                <c:pt idx="163">
                  <c:v>3209050</c:v>
                </c:pt>
                <c:pt idx="164">
                  <c:v>2085453</c:v>
                </c:pt>
                <c:pt idx="165">
                  <c:v>287750</c:v>
                </c:pt>
                <c:pt idx="166">
                  <c:v>5566161</c:v>
                </c:pt>
                <c:pt idx="167">
                  <c:v>4622900</c:v>
                </c:pt>
                <c:pt idx="168">
                  <c:v>2429700</c:v>
                </c:pt>
                <c:pt idx="169">
                  <c:v>149750</c:v>
                </c:pt>
                <c:pt idx="170">
                  <c:v>219550</c:v>
                </c:pt>
                <c:pt idx="171">
                  <c:v>9100</c:v>
                </c:pt>
                <c:pt idx="172">
                  <c:v>163332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171-4DC0-BD7F-0590A9A59B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87711360"/>
        <c:axId val="287705120"/>
      </c:lineChart>
      <c:catAx>
        <c:axId val="287711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7705120"/>
        <c:crosses val="autoZero"/>
        <c:auto val="1"/>
        <c:lblAlgn val="ctr"/>
        <c:lblOffset val="100"/>
        <c:noMultiLvlLbl val="0"/>
      </c:catAx>
      <c:valAx>
        <c:axId val="287705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Revenue</a:t>
                </a:r>
              </a:p>
            </c:rich>
          </c:tx>
          <c:layout>
            <c:manualLayout>
              <c:xMode val="edge"/>
              <c:yMode val="edge"/>
              <c:x val="1.271012997358895E-2"/>
              <c:y val="0.3677405356115340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77113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[Tinyiko Novela case study 3.xlsx]Perfomance tiers!PivotTable1</c:name>
    <c:fmtId val="2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Profit</a:t>
            </a:r>
            <a:r>
              <a:rPr lang="en-US" baseline="0"/>
              <a:t> margins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5.0000000000000051E-2"/>
              <c:y val="-9.259259259259258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7.2222222222222215E-2"/>
              <c:y val="-4.629629629629633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6.1111111111111109E-2"/>
              <c:y val="0.1018518518518518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1.1111111111111112E-2"/>
              <c:y val="-0.1018518518518518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7.2222222222222215E-2"/>
              <c:y val="-4.629629629629633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6.1111111111111109E-2"/>
              <c:y val="0.1018518518518518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5.0000000000000051E-2"/>
              <c:y val="-9.259259259259258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1.1111111111111112E-2"/>
              <c:y val="-0.1018518518518518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7.2222222222222215E-2"/>
              <c:y val="-4.629629629629633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6.1111111111111109E-2"/>
              <c:y val="0.1018518518518518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5.0000000000000051E-2"/>
              <c:y val="-9.259259259259258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1.1111111111111112E-2"/>
              <c:y val="-0.1018518518518518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doughnutChart>
        <c:varyColors val="1"/>
        <c:ser>
          <c:idx val="0"/>
          <c:order val="0"/>
          <c:tx>
            <c:strRef>
              <c:f>'Perfomance tiers'!$B$3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F84-4F1E-B920-EFE06EE60E0D}"/>
              </c:ext>
            </c:extLst>
          </c:dPt>
          <c:dPt>
            <c:idx val="1"/>
            <c:bubble3D val="0"/>
            <c:spPr>
              <a:solidFill>
                <a:schemeClr val="accent3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F84-4F1E-B920-EFE06EE60E0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F84-4F1E-B920-EFE06EE60E0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F84-4F1E-B920-EFE06EE60E0D}"/>
              </c:ext>
            </c:extLst>
          </c:dPt>
          <c:dLbls>
            <c:dLbl>
              <c:idx val="0"/>
              <c:layout>
                <c:manualLayout>
                  <c:x val="7.2222222222222215E-2"/>
                  <c:y val="-4.6296296296296335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F84-4F1E-B920-EFE06EE60E0D}"/>
                </c:ext>
              </c:extLst>
            </c:dLbl>
            <c:dLbl>
              <c:idx val="1"/>
              <c:layout>
                <c:manualLayout>
                  <c:x val="6.1111111111111109E-2"/>
                  <c:y val="0.10185185185185185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F84-4F1E-B920-EFE06EE60E0D}"/>
                </c:ext>
              </c:extLst>
            </c:dLbl>
            <c:dLbl>
              <c:idx val="2"/>
              <c:layout>
                <c:manualLayout>
                  <c:x val="-5.0000000000000051E-2"/>
                  <c:y val="-9.2592592592592587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F84-4F1E-B920-EFE06EE60E0D}"/>
                </c:ext>
              </c:extLst>
            </c:dLbl>
            <c:dLbl>
              <c:idx val="3"/>
              <c:layout>
                <c:manualLayout>
                  <c:x val="-1.1111111111111112E-2"/>
                  <c:y val="-0.1018518518518518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F84-4F1E-B920-EFE06EE60E0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'Perfomance tiers'!$A$4:$A$8</c:f>
              <c:strCache>
                <c:ptCount val="4"/>
                <c:pt idx="0">
                  <c:v>High</c:v>
                </c:pt>
                <c:pt idx="1">
                  <c:v>low</c:v>
                </c:pt>
                <c:pt idx="2">
                  <c:v>Medium</c:v>
                </c:pt>
                <c:pt idx="3">
                  <c:v>null</c:v>
                </c:pt>
              </c:strCache>
            </c:strRef>
          </c:cat>
          <c:val>
            <c:numRef>
              <c:f>'Perfomance tiers'!$B$4:$B$8</c:f>
              <c:numCache>
                <c:formatCode>General</c:formatCode>
                <c:ptCount val="4"/>
                <c:pt idx="0">
                  <c:v>75220</c:v>
                </c:pt>
                <c:pt idx="1">
                  <c:v>422826</c:v>
                </c:pt>
                <c:pt idx="2">
                  <c:v>60753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F84-4F1E-B920-EFE06EE60E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[Tinyiko Novela case study 3.xlsx]Mileage!PivotTable1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Revenue by mileage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[$$-409]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[$$-409]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[$$-409]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[$$-409]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[$$-409]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Mileage!$B$3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[$$-409]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Mileage!$A$4:$A$8</c:f>
              <c:strCache>
                <c:ptCount val="4"/>
                <c:pt idx="0">
                  <c:v>null</c:v>
                </c:pt>
                <c:pt idx="1">
                  <c:v>High</c:v>
                </c:pt>
                <c:pt idx="2">
                  <c:v>Moderate</c:v>
                </c:pt>
                <c:pt idx="3">
                  <c:v>low</c:v>
                </c:pt>
              </c:strCache>
            </c:strRef>
          </c:cat>
          <c:val>
            <c:numRef>
              <c:f>Mileage!$B$4:$B$8</c:f>
              <c:numCache>
                <c:formatCode>General</c:formatCode>
                <c:ptCount val="4"/>
                <c:pt idx="0">
                  <c:v>163332</c:v>
                </c:pt>
                <c:pt idx="1">
                  <c:v>20865950</c:v>
                </c:pt>
                <c:pt idx="2">
                  <c:v>1190173200</c:v>
                </c:pt>
                <c:pt idx="3">
                  <c:v>6394973137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AA-4848-9836-18D1185C28E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1515232"/>
        <c:axId val="31514752"/>
      </c:barChart>
      <c:catAx>
        <c:axId val="315152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Mileage(km)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514752"/>
        <c:crosses val="autoZero"/>
        <c:auto val="1"/>
        <c:lblAlgn val="ctr"/>
        <c:lblOffset val="100"/>
        <c:noMultiLvlLbl val="0"/>
      </c:catAx>
      <c:valAx>
        <c:axId val="315147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[$$-409]#,##0" sourceLinked="0"/>
        <c:majorTickMark val="none"/>
        <c:minorTickMark val="none"/>
        <c:tickLblPos val="nextTo"/>
        <c:spPr>
          <a:noFill/>
          <a:ln>
            <a:solidFill>
              <a:schemeClr val="accent1">
                <a:alpha val="99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515232"/>
        <c:crosses val="autoZero"/>
        <c:crossBetween val="between"/>
        <c:majorUnit val="1500000000"/>
        <c:minorUnit val="300000000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[Tinyiko Novela case study 3.xlsx]Price brackets!PivotTable1</c:name>
    <c:fmtId val="3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Price brackets</a:t>
            </a:r>
          </a:p>
        </c:rich>
      </c:tx>
      <c:layout>
        <c:manualLayout>
          <c:xMode val="edge"/>
          <c:yMode val="edge"/>
          <c:x val="0.32131933508311461"/>
          <c:y val="6.379410906969962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7.4999999999999997E-2"/>
              <c:y val="3.24074074074074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3333333333333315E-2"/>
              <c:y val="-8.4875562720133283E-1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05"/>
              <c:y val="-8.33333333333333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5.0925337632079971E-17"/>
              <c:y val="-8.796296296296296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7.4999999999999997E-2"/>
              <c:y val="3.24074074074074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3333333333333315E-2"/>
              <c:y val="-8.4875562720133283E-1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05"/>
              <c:y val="-8.33333333333333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5.0925337632079971E-17"/>
              <c:y val="-8.796296296296296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7.4999999999999997E-2"/>
              <c:y val="3.24074074074074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3333333333333315E-2"/>
              <c:y val="-8.4875562720133283E-1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05"/>
              <c:y val="-8.33333333333333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5.0925337632079971E-17"/>
              <c:y val="-8.796296296296296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doughnutChart>
        <c:varyColors val="1"/>
        <c:ser>
          <c:idx val="0"/>
          <c:order val="0"/>
          <c:tx>
            <c:strRef>
              <c:f>'Price brackets'!$B$3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bg2">
                <a:lumMod val="25000"/>
              </a:schemeClr>
            </a:solidFill>
          </c:spPr>
          <c:dPt>
            <c:idx val="0"/>
            <c:bubble3D val="0"/>
            <c:spPr>
              <a:solidFill>
                <a:schemeClr val="bg2">
                  <a:lumMod val="2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819-41F2-B650-36C711F82069}"/>
              </c:ext>
            </c:extLst>
          </c:dPt>
          <c:dPt>
            <c:idx val="1"/>
            <c:bubble3D val="0"/>
            <c:spPr>
              <a:solidFill>
                <a:srgbClr val="00B0F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819-41F2-B650-36C711F82069}"/>
              </c:ext>
            </c:extLst>
          </c:dPt>
          <c:dPt>
            <c:idx val="2"/>
            <c:bubble3D val="0"/>
            <c:spPr>
              <a:solidFill>
                <a:schemeClr val="accent5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819-41F2-B650-36C711F82069}"/>
              </c:ext>
            </c:extLst>
          </c:dPt>
          <c:dPt>
            <c:idx val="3"/>
            <c:bubble3D val="0"/>
            <c:spPr>
              <a:solidFill>
                <a:schemeClr val="bg2">
                  <a:lumMod val="9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819-41F2-B650-36C711F82069}"/>
              </c:ext>
            </c:extLst>
          </c:dPt>
          <c:dLbls>
            <c:dLbl>
              <c:idx val="0"/>
              <c:layout>
                <c:manualLayout>
                  <c:x val="7.4999999999999997E-2"/>
                  <c:y val="3.2407407407407406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819-41F2-B650-36C711F82069}"/>
                </c:ext>
              </c:extLst>
            </c:dLbl>
            <c:dLbl>
              <c:idx val="1"/>
              <c:layout>
                <c:manualLayout>
                  <c:x val="-8.3333333333333315E-2"/>
                  <c:y val="-8.4875562720133283E-17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819-41F2-B650-36C711F82069}"/>
                </c:ext>
              </c:extLst>
            </c:dLbl>
            <c:dLbl>
              <c:idx val="2"/>
              <c:layout>
                <c:manualLayout>
                  <c:x val="-0.05"/>
                  <c:y val="-8.333333333333337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819-41F2-B650-36C711F82069}"/>
                </c:ext>
              </c:extLst>
            </c:dLbl>
            <c:dLbl>
              <c:idx val="3"/>
              <c:layout>
                <c:manualLayout>
                  <c:x val="-5.0925337632079971E-17"/>
                  <c:y val="-8.7962962962962965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819-41F2-B650-36C711F8206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'Price brackets'!$A$4:$A$8</c:f>
              <c:strCache>
                <c:ptCount val="4"/>
                <c:pt idx="0">
                  <c:v>affordable</c:v>
                </c:pt>
                <c:pt idx="1">
                  <c:v>cheap</c:v>
                </c:pt>
                <c:pt idx="2">
                  <c:v>Expensive</c:v>
                </c:pt>
                <c:pt idx="3">
                  <c:v>Very expensive</c:v>
                </c:pt>
              </c:strCache>
            </c:strRef>
          </c:cat>
          <c:val>
            <c:numRef>
              <c:f>'Price brackets'!$B$4:$B$8</c:f>
              <c:numCache>
                <c:formatCode>General</c:formatCode>
                <c:ptCount val="4"/>
                <c:pt idx="0">
                  <c:v>5296425216</c:v>
                </c:pt>
                <c:pt idx="1">
                  <c:v>1098547921</c:v>
                </c:pt>
                <c:pt idx="2">
                  <c:v>1128865096</c:v>
                </c:pt>
                <c:pt idx="3">
                  <c:v>81264054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819-41F2-B650-36C711F8206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0863385826771652"/>
          <c:y val="0.2282163167104112"/>
          <c:w val="0.27469947506561687"/>
          <c:h val="0.5717614464858558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bg1"/>
      </a:solidFill>
    </a:ln>
    <a:effectLst>
      <a:outerShdw blurRad="50800" dist="50800" dir="5400000" algn="ctr" rotWithShape="0">
        <a:schemeClr val="bg1"/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[Tinyiko Novela case study 3.xlsx]year of manufacture!PivotTable1</c:name>
    <c:fmtId val="2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Revenue trends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[$$-409]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'year of manufacture'!$B$3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'year of manufacture'!$A$4:$A$38</c:f>
              <c:strCache>
                <c:ptCount val="34"/>
                <c:pt idx="0">
                  <c:v>1982</c:v>
                </c:pt>
                <c:pt idx="1">
                  <c:v>1983</c:v>
                </c:pt>
                <c:pt idx="2">
                  <c:v>1984</c:v>
                </c:pt>
                <c:pt idx="3">
                  <c:v>1985</c:v>
                </c:pt>
                <c:pt idx="4">
                  <c:v>1986</c:v>
                </c:pt>
                <c:pt idx="5">
                  <c:v>1987</c:v>
                </c:pt>
                <c:pt idx="6">
                  <c:v>1988</c:v>
                </c:pt>
                <c:pt idx="7">
                  <c:v>1989</c:v>
                </c:pt>
                <c:pt idx="8">
                  <c:v>1990</c:v>
                </c:pt>
                <c:pt idx="9">
                  <c:v>1991</c:v>
                </c:pt>
                <c:pt idx="10">
                  <c:v>1992</c:v>
                </c:pt>
                <c:pt idx="11">
                  <c:v>1993</c:v>
                </c:pt>
                <c:pt idx="12">
                  <c:v>1994</c:v>
                </c:pt>
                <c:pt idx="13">
                  <c:v>1995</c:v>
                </c:pt>
                <c:pt idx="14">
                  <c:v>1996</c:v>
                </c:pt>
                <c:pt idx="15">
                  <c:v>1997</c:v>
                </c:pt>
                <c:pt idx="16">
                  <c:v>1998</c:v>
                </c:pt>
                <c:pt idx="17">
                  <c:v>1999</c:v>
                </c:pt>
                <c:pt idx="18">
                  <c:v>2000</c:v>
                </c:pt>
                <c:pt idx="19">
                  <c:v>2001</c:v>
                </c:pt>
                <c:pt idx="20">
                  <c:v>2002</c:v>
                </c:pt>
                <c:pt idx="21">
                  <c:v>2003</c:v>
                </c:pt>
                <c:pt idx="22">
                  <c:v>2004</c:v>
                </c:pt>
                <c:pt idx="23">
                  <c:v>2005</c:v>
                </c:pt>
                <c:pt idx="24">
                  <c:v>2006</c:v>
                </c:pt>
                <c:pt idx="25">
                  <c:v>2007</c:v>
                </c:pt>
                <c:pt idx="26">
                  <c:v>2008</c:v>
                </c:pt>
                <c:pt idx="27">
                  <c:v>2009</c:v>
                </c:pt>
                <c:pt idx="28">
                  <c:v>2010</c:v>
                </c:pt>
                <c:pt idx="29">
                  <c:v>2011</c:v>
                </c:pt>
                <c:pt idx="30">
                  <c:v>2012</c:v>
                </c:pt>
                <c:pt idx="31">
                  <c:v>2013</c:v>
                </c:pt>
                <c:pt idx="32">
                  <c:v>2014</c:v>
                </c:pt>
                <c:pt idx="33">
                  <c:v>2015</c:v>
                </c:pt>
              </c:strCache>
            </c:strRef>
          </c:cat>
          <c:val>
            <c:numRef>
              <c:f>'year of manufacture'!$B$4:$B$38</c:f>
              <c:numCache>
                <c:formatCode>General</c:formatCode>
                <c:ptCount val="34"/>
                <c:pt idx="0">
                  <c:v>25500</c:v>
                </c:pt>
                <c:pt idx="1">
                  <c:v>5250</c:v>
                </c:pt>
                <c:pt idx="2">
                  <c:v>10800</c:v>
                </c:pt>
                <c:pt idx="3">
                  <c:v>35200</c:v>
                </c:pt>
                <c:pt idx="4">
                  <c:v>27925</c:v>
                </c:pt>
                <c:pt idx="5">
                  <c:v>12100</c:v>
                </c:pt>
                <c:pt idx="6">
                  <c:v>34850</c:v>
                </c:pt>
                <c:pt idx="7">
                  <c:v>32400</c:v>
                </c:pt>
                <c:pt idx="8">
                  <c:v>70350</c:v>
                </c:pt>
                <c:pt idx="9">
                  <c:v>63225</c:v>
                </c:pt>
                <c:pt idx="10">
                  <c:v>130900</c:v>
                </c:pt>
                <c:pt idx="11">
                  <c:v>170950</c:v>
                </c:pt>
                <c:pt idx="12">
                  <c:v>341275</c:v>
                </c:pt>
                <c:pt idx="13">
                  <c:v>649351</c:v>
                </c:pt>
                <c:pt idx="14">
                  <c:v>838900</c:v>
                </c:pt>
                <c:pt idx="15">
                  <c:v>1789425</c:v>
                </c:pt>
                <c:pt idx="16">
                  <c:v>2711435</c:v>
                </c:pt>
                <c:pt idx="17">
                  <c:v>5157820</c:v>
                </c:pt>
                <c:pt idx="18">
                  <c:v>9554089</c:v>
                </c:pt>
                <c:pt idx="19">
                  <c:v>13783400</c:v>
                </c:pt>
                <c:pt idx="20">
                  <c:v>25372756</c:v>
                </c:pt>
                <c:pt idx="21">
                  <c:v>45783175</c:v>
                </c:pt>
                <c:pt idx="22">
                  <c:v>74943010</c:v>
                </c:pt>
                <c:pt idx="23">
                  <c:v>104702019</c:v>
                </c:pt>
                <c:pt idx="24">
                  <c:v>166596982</c:v>
                </c:pt>
                <c:pt idx="25">
                  <c:v>247437655</c:v>
                </c:pt>
                <c:pt idx="26">
                  <c:v>299522720</c:v>
                </c:pt>
                <c:pt idx="27">
                  <c:v>215460880</c:v>
                </c:pt>
                <c:pt idx="28">
                  <c:v>328743826</c:v>
                </c:pt>
                <c:pt idx="29">
                  <c:v>769567224</c:v>
                </c:pt>
                <c:pt idx="30">
                  <c:v>1703922329</c:v>
                </c:pt>
                <c:pt idx="31">
                  <c:v>1715612209</c:v>
                </c:pt>
                <c:pt idx="32">
                  <c:v>1628699599</c:v>
                </c:pt>
                <c:pt idx="33">
                  <c:v>244366090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60B-4726-8302-6E7AEF6D42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1515232"/>
        <c:axId val="31514752"/>
      </c:lineChart>
      <c:catAx>
        <c:axId val="315152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514752"/>
        <c:crosses val="autoZero"/>
        <c:auto val="1"/>
        <c:lblAlgn val="ctr"/>
        <c:lblOffset val="100"/>
        <c:noMultiLvlLbl val="0"/>
      </c:catAx>
      <c:valAx>
        <c:axId val="31514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[$$-409]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5152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[Tinyiko Novela case study 3.xlsx]Revenue by state!PivotTable1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Revenue by</a:t>
            </a:r>
            <a:r>
              <a:rPr lang="en-US" baseline="0"/>
              <a:t> state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'Revenue by state'!$B$3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'Revenue by state'!$A$4:$A$42</c:f>
              <c:strCache>
                <c:ptCount val="38"/>
                <c:pt idx="0">
                  <c:v>fl</c:v>
                </c:pt>
                <c:pt idx="1">
                  <c:v>ca</c:v>
                </c:pt>
                <c:pt idx="2">
                  <c:v>pa</c:v>
                </c:pt>
                <c:pt idx="3">
                  <c:v>tx</c:v>
                </c:pt>
                <c:pt idx="4">
                  <c:v>ga</c:v>
                </c:pt>
                <c:pt idx="5">
                  <c:v>nj</c:v>
                </c:pt>
                <c:pt idx="6">
                  <c:v>tn</c:v>
                </c:pt>
                <c:pt idx="7">
                  <c:v>il</c:v>
                </c:pt>
                <c:pt idx="8">
                  <c:v>oh</c:v>
                </c:pt>
                <c:pt idx="9">
                  <c:v>mo</c:v>
                </c:pt>
                <c:pt idx="10">
                  <c:v>mi</c:v>
                </c:pt>
                <c:pt idx="11">
                  <c:v>nv</c:v>
                </c:pt>
                <c:pt idx="12">
                  <c:v>nc</c:v>
                </c:pt>
                <c:pt idx="13">
                  <c:v>wi</c:v>
                </c:pt>
                <c:pt idx="14">
                  <c:v>mn</c:v>
                </c:pt>
                <c:pt idx="15">
                  <c:v>co</c:v>
                </c:pt>
                <c:pt idx="16">
                  <c:v>wa</c:v>
                </c:pt>
                <c:pt idx="17">
                  <c:v>va</c:v>
                </c:pt>
                <c:pt idx="18">
                  <c:v>az</c:v>
                </c:pt>
                <c:pt idx="19">
                  <c:v>md</c:v>
                </c:pt>
                <c:pt idx="20">
                  <c:v>ny</c:v>
                </c:pt>
                <c:pt idx="21">
                  <c:v>on</c:v>
                </c:pt>
                <c:pt idx="22">
                  <c:v>ne</c:v>
                </c:pt>
                <c:pt idx="23">
                  <c:v>in</c:v>
                </c:pt>
                <c:pt idx="24">
                  <c:v>ma</c:v>
                </c:pt>
                <c:pt idx="25">
                  <c:v>sc</c:v>
                </c:pt>
                <c:pt idx="26">
                  <c:v>pr</c:v>
                </c:pt>
                <c:pt idx="27">
                  <c:v>la</c:v>
                </c:pt>
                <c:pt idx="28">
                  <c:v>ut</c:v>
                </c:pt>
                <c:pt idx="29">
                  <c:v>ms</c:v>
                </c:pt>
                <c:pt idx="30">
                  <c:v>qc</c:v>
                </c:pt>
                <c:pt idx="31">
                  <c:v>hi</c:v>
                </c:pt>
                <c:pt idx="32">
                  <c:v>or</c:v>
                </c:pt>
                <c:pt idx="33">
                  <c:v>ab</c:v>
                </c:pt>
                <c:pt idx="34">
                  <c:v>nm</c:v>
                </c:pt>
                <c:pt idx="35">
                  <c:v>ns</c:v>
                </c:pt>
                <c:pt idx="36">
                  <c:v>ok</c:v>
                </c:pt>
                <c:pt idx="37">
                  <c:v>al</c:v>
                </c:pt>
              </c:strCache>
            </c:strRef>
          </c:cat>
          <c:val>
            <c:numRef>
              <c:f>'Revenue by state'!$B$4:$B$42</c:f>
              <c:numCache>
                <c:formatCode>[$$-409]#\ ##0</c:formatCode>
                <c:ptCount val="38"/>
                <c:pt idx="0">
                  <c:v>1151064556</c:v>
                </c:pt>
                <c:pt idx="1">
                  <c:v>1061077777</c:v>
                </c:pt>
                <c:pt idx="2">
                  <c:v>861234573</c:v>
                </c:pt>
                <c:pt idx="3">
                  <c:v>606495361</c:v>
                </c:pt>
                <c:pt idx="4">
                  <c:v>448927414</c:v>
                </c:pt>
                <c:pt idx="5">
                  <c:v>378115350</c:v>
                </c:pt>
                <c:pt idx="6">
                  <c:v>355418608</c:v>
                </c:pt>
                <c:pt idx="7">
                  <c:v>347398914</c:v>
                </c:pt>
                <c:pt idx="8">
                  <c:v>310822810</c:v>
                </c:pt>
                <c:pt idx="9">
                  <c:v>231647138</c:v>
                </c:pt>
                <c:pt idx="10">
                  <c:v>230900127</c:v>
                </c:pt>
                <c:pt idx="11">
                  <c:v>191515238</c:v>
                </c:pt>
                <c:pt idx="12">
                  <c:v>189198593</c:v>
                </c:pt>
                <c:pt idx="13">
                  <c:v>137948766</c:v>
                </c:pt>
                <c:pt idx="14">
                  <c:v>129254486</c:v>
                </c:pt>
                <c:pt idx="15">
                  <c:v>123449885</c:v>
                </c:pt>
                <c:pt idx="16">
                  <c:v>103419009</c:v>
                </c:pt>
                <c:pt idx="17">
                  <c:v>103138442</c:v>
                </c:pt>
                <c:pt idx="18">
                  <c:v>100924081</c:v>
                </c:pt>
                <c:pt idx="19">
                  <c:v>82684236</c:v>
                </c:pt>
                <c:pt idx="20">
                  <c:v>64823485</c:v>
                </c:pt>
                <c:pt idx="21">
                  <c:v>61311050</c:v>
                </c:pt>
                <c:pt idx="22">
                  <c:v>50455275</c:v>
                </c:pt>
                <c:pt idx="23">
                  <c:v>46344850</c:v>
                </c:pt>
                <c:pt idx="24">
                  <c:v>45264250</c:v>
                </c:pt>
                <c:pt idx="25">
                  <c:v>43896558</c:v>
                </c:pt>
                <c:pt idx="26">
                  <c:v>25644350</c:v>
                </c:pt>
                <c:pt idx="27">
                  <c:v>23052863</c:v>
                </c:pt>
                <c:pt idx="28">
                  <c:v>22152489</c:v>
                </c:pt>
                <c:pt idx="29">
                  <c:v>20812885</c:v>
                </c:pt>
                <c:pt idx="30">
                  <c:v>16549750</c:v>
                </c:pt>
                <c:pt idx="31">
                  <c:v>15080050</c:v>
                </c:pt>
                <c:pt idx="32">
                  <c:v>13350050</c:v>
                </c:pt>
                <c:pt idx="33">
                  <c:v>10367650</c:v>
                </c:pt>
                <c:pt idx="34">
                  <c:v>1075900</c:v>
                </c:pt>
                <c:pt idx="35">
                  <c:v>623000</c:v>
                </c:pt>
                <c:pt idx="36">
                  <c:v>498100</c:v>
                </c:pt>
                <c:pt idx="37">
                  <c:v>237700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25-4818-BF23-7E1A302CC2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79367104"/>
        <c:axId val="279364224"/>
      </c:barChart>
      <c:catAx>
        <c:axId val="279367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9364224"/>
        <c:crosses val="autoZero"/>
        <c:auto val="1"/>
        <c:lblAlgn val="ctr"/>
        <c:lblOffset val="100"/>
        <c:noMultiLvlLbl val="0"/>
      </c:catAx>
      <c:valAx>
        <c:axId val="279364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[$$-409]#\ 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9367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[Tinyiko Novela case study 3.xlsx]Type of transmission!PivotTable1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Type</a:t>
            </a:r>
            <a:r>
              <a:rPr lang="en-US" baseline="0"/>
              <a:t> of transmission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8.9769950955300715E-2"/>
              <c:y val="-5.374332227764133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2.216785920432145E-2"/>
              <c:y val="-1.94670199987059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9557399723374821E-3"/>
              <c:y val="8.2194709584131574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8.9769950955300715E-2"/>
              <c:y val="-5.374332227764133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9557399723374821E-3"/>
              <c:y val="8.2194709584131574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2.216785920432145E-2"/>
              <c:y val="-1.94670199987059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8.9769950955300715E-2"/>
              <c:y val="-5.374332227764133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9557399723374821E-3"/>
              <c:y val="8.2194709584131574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2.216785920432145E-2"/>
              <c:y val="-1.94670199987059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pieChart>
        <c:varyColors val="1"/>
        <c:ser>
          <c:idx val="0"/>
          <c:order val="0"/>
          <c:tx>
            <c:strRef>
              <c:f>'Type of transmission'!$B$3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496-42F7-B901-81FAA57209B6}"/>
              </c:ext>
            </c:extLst>
          </c:dPt>
          <c:dPt>
            <c:idx val="1"/>
            <c:bubble3D val="0"/>
            <c:spPr>
              <a:solidFill>
                <a:schemeClr val="bg2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496-42F7-B901-81FAA57209B6}"/>
              </c:ext>
            </c:extLst>
          </c:dPt>
          <c:dPt>
            <c:idx val="2"/>
            <c:bubble3D val="0"/>
            <c:spPr>
              <a:solidFill>
                <a:srgbClr val="00206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496-42F7-B901-81FAA57209B6}"/>
              </c:ext>
            </c:extLst>
          </c:dPt>
          <c:dLbls>
            <c:dLbl>
              <c:idx val="0"/>
              <c:layout>
                <c:manualLayout>
                  <c:x val="8.9769950955300715E-2"/>
                  <c:y val="-5.3743322277641337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496-42F7-B901-81FAA57209B6}"/>
                </c:ext>
              </c:extLst>
            </c:dLbl>
            <c:dLbl>
              <c:idx val="1"/>
              <c:layout>
                <c:manualLayout>
                  <c:x val="-8.9557399723374821E-3"/>
                  <c:y val="8.2194709584131574E-3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496-42F7-B901-81FAA57209B6}"/>
                </c:ext>
              </c:extLst>
            </c:dLbl>
            <c:dLbl>
              <c:idx val="2"/>
              <c:layout>
                <c:manualLayout>
                  <c:x val="2.216785920432145E-2"/>
                  <c:y val="-1.946701999870595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496-42F7-B901-81FAA57209B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'Type of transmission'!$A$4:$A$7</c:f>
              <c:strCache>
                <c:ptCount val="3"/>
                <c:pt idx="0">
                  <c:v>automatic</c:v>
                </c:pt>
                <c:pt idx="1">
                  <c:v>manual</c:v>
                </c:pt>
                <c:pt idx="2">
                  <c:v>Not provided</c:v>
                </c:pt>
              </c:strCache>
            </c:strRef>
          </c:cat>
          <c:val>
            <c:numRef>
              <c:f>'Type of transmission'!$B$4:$B$7</c:f>
              <c:numCache>
                <c:formatCode>General</c:formatCode>
                <c:ptCount val="3"/>
                <c:pt idx="0">
                  <c:v>475915</c:v>
                </c:pt>
                <c:pt idx="1">
                  <c:v>17544</c:v>
                </c:pt>
                <c:pt idx="2">
                  <c:v>65352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B5B-48DE-A140-72C34EFD32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935985958186762"/>
          <c:y val="0.34541723281374398"/>
          <c:w val="0.2064014041813238"/>
          <c:h val="0.2916232737788805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'Revenue by make'!$D$4:$D$70</cx:f>
        <cx:lvl ptCount="67">
          <cx:pt idx="0">Acura</cx:pt>
          <cx:pt idx="1">airstream</cx:pt>
          <cx:pt idx="2">Aston Martin</cx:pt>
          <cx:pt idx="3">Audi</cx:pt>
          <cx:pt idx="4">Bentley</cx:pt>
          <cx:pt idx="5">BMW</cx:pt>
          <cx:pt idx="6">Buick</cx:pt>
          <cx:pt idx="7">cadillac</cx:pt>
          <cx:pt idx="8">chev truck</cx:pt>
          <cx:pt idx="9">Chevrolet</cx:pt>
          <cx:pt idx="10">Chrysler</cx:pt>
          <cx:pt idx="11">Daewoo</cx:pt>
          <cx:pt idx="12">Dodge</cx:pt>
          <cx:pt idx="13">dodge tk</cx:pt>
          <cx:pt idx="14">dot</cx:pt>
          <cx:pt idx="15">Ferrari</cx:pt>
          <cx:pt idx="16">FIAT</cx:pt>
          <cx:pt idx="17">Fisker</cx:pt>
          <cx:pt idx="18">Ford</cx:pt>
          <cx:pt idx="19">ford tk</cx:pt>
          <cx:pt idx="20">ford truck</cx:pt>
          <cx:pt idx="21">Geo</cx:pt>
          <cx:pt idx="22">GMC</cx:pt>
          <cx:pt idx="23">gmc truck</cx:pt>
          <cx:pt idx="24">Honda</cx:pt>
          <cx:pt idx="25">HUMMER</cx:pt>
          <cx:pt idx="26">hyundai</cx:pt>
          <cx:pt idx="27">hyundai tk</cx:pt>
          <cx:pt idx="28">Infiniti</cx:pt>
          <cx:pt idx="29">Isuzu</cx:pt>
          <cx:pt idx="30">Jaguar</cx:pt>
          <cx:pt idx="31">jeep</cx:pt>
          <cx:pt idx="32">Kia</cx:pt>
          <cx:pt idx="33">Lamborghini</cx:pt>
          <cx:pt idx="34">Land Rover</cx:pt>
          <cx:pt idx="35">landrover</cx:pt>
          <cx:pt idx="36">Lexus</cx:pt>
          <cx:pt idx="37">Lincoln</cx:pt>
          <cx:pt idx="38">Lotus</cx:pt>
          <cx:pt idx="39">Maserati</cx:pt>
          <cx:pt idx="40">Mazda</cx:pt>
          <cx:pt idx="41">mazda tk</cx:pt>
          <cx:pt idx="42">mercedes</cx:pt>
          <cx:pt idx="43">mercedes-b</cx:pt>
          <cx:pt idx="44">Mercedes-Benz</cx:pt>
          <cx:pt idx="45">Mercury</cx:pt>
          <cx:pt idx="46">MINI</cx:pt>
          <cx:pt idx="47">Mitsubishi</cx:pt>
          <cx:pt idx="48">Nissan</cx:pt>
          <cx:pt idx="49">Not provided</cx:pt>
          <cx:pt idx="50">oldsmobile</cx:pt>
          <cx:pt idx="51">Plymouth</cx:pt>
          <cx:pt idx="52">Pontiac</cx:pt>
          <cx:pt idx="53">Porsche</cx:pt>
          <cx:pt idx="54">Ram</cx:pt>
          <cx:pt idx="55">Rolls-Royce</cx:pt>
          <cx:pt idx="56">Saab</cx:pt>
          <cx:pt idx="57">Saturn</cx:pt>
          <cx:pt idx="58">Scion</cx:pt>
          <cx:pt idx="59">smart</cx:pt>
          <cx:pt idx="60">Subaru</cx:pt>
          <cx:pt idx="61">Suzuki</cx:pt>
          <cx:pt idx="62">Tesla</cx:pt>
          <cx:pt idx="63">Toyota</cx:pt>
          <cx:pt idx="64">Volkswagen</cx:pt>
          <cx:pt idx="65">Volvo</cx:pt>
          <cx:pt idx="66">vw</cx:pt>
        </cx:lvl>
      </cx:strDim>
      <cx:numDim type="size">
        <cx:f>'Revenue by make'!$E$4:$E$70</cx:f>
        <cx:lvl ptCount="67" formatCode="General">
          <cx:pt idx="0">82866800</cx:pt>
          <cx:pt idx="1">71000</cx:pt>
          <cx:pt idx="2">1370300</cx:pt>
          <cx:pt idx="3">117015975</cx:pt>
          <cx:pt idx="4">8626650</cx:pt>
          <cx:pt idx="5">446509513</cx:pt>
          <cx:pt idx="6">54843675</cx:pt>
          <cx:pt idx="7">114987871</cx:pt>
          <cx:pt idx="8">2000</cx:pt>
          <cx:pt idx="9">723369949</cx:pt>
          <cx:pt idx="10">193531638</cx:pt>
          <cx:pt idx="11">1200</cx:pt>
          <cx:pt idx="12">345588791</cx:pt>
          <cx:pt idx="13">550</cx:pt>
          <cx:pt idx="14">500</cx:pt>
          <cx:pt idx="15">2417000</cx:pt>
          <cx:pt idx="16">8967877</cx:pt>
          <cx:pt idx="17">418150</cx:pt>
          <cx:pt idx="18">1362590693</cx:pt>
          <cx:pt idx="19">2800</cx:pt>
          <cx:pt idx="20">1450</cx:pt>
          <cx:pt idx="21">10050</cx:pt>
          <cx:pt idx="22">180031170</cx:pt>
          <cx:pt idx="23">76125</cx:pt>
          <cx:pt idx="24">298273884</cx:pt>
          <cx:pt idx="25">12291938</cx:pt>
          <cx:pt idx="26">240280441</cx:pt>
          <cx:pt idx="27">2100</cx:pt>
          <cx:pt idx="28">312489190</cx:pt>
          <cx:pt idx="29">348676</cx:pt>
          <cx:pt idx="30">28091176</cx:pt>
          <cx:pt idx="31">231513328</cx:pt>
          <cx:pt idx="32">213506485</cx:pt>
          <cx:pt idx="33">450500</cx:pt>
          <cx:pt idx="34">58935605</cx:pt>
          <cx:pt idx="35">310950</cx:pt>
          <cx:pt idx="36">242163555</cx:pt>
          <cx:pt idx="37">97434515</cx:pt>
          <cx:pt idx="38">40800</cx:pt>
          <cx:pt idx="39">6112800</cx:pt>
          <cx:pt idx="40">85506092</cx:pt>
          <cx:pt idx="41">6500</cx:pt>
          <cx:pt idx="42">523000</cx:pt>
          <cx:pt idx="43">27300</cx:pt>
          <cx:pt idx="44">370083906</cx:pt>
          <cx:pt idx="45">7904400</cx:pt>
          <cx:pt idx="46">39699250</cx:pt>
          <cx:pt idx="47">34844583</cx:pt>
          <cx:pt idx="48">633703805</cx:pt>
          <cx:pt idx="49">92356133</cx:pt>
          <cx:pt idx="50">360750</cx:pt>
          <cx:pt idx="51">196775</cx:pt>
          <cx:pt idx="52">16975076</cx:pt>
          <cx:pt idx="53">55859801</cx:pt>
          <cx:pt idx="54">115721911</cx:pt>
          <cx:pt idx="55">2609300</cx:pt>
          <cx:pt idx="56">1756000</cx:pt>
          <cx:pt idx="57">9618000</cx:pt>
          <cx:pt idx="58">16159450</cx:pt>
          <cx:pt idx="59">2469800</cx:pt>
          <cx:pt idx="60">77799636</cx:pt>
          <cx:pt idx="61">4212120</cx:pt>
          <cx:pt idx="62">1542250</cx:pt>
          <cx:pt idx="63">489089925</cx:pt>
          <cx:pt idx="64">117848584</cx:pt>
          <cx:pt idx="65">43425452</cx:pt>
          <cx:pt idx="66">328150</cx:pt>
        </cx:lvl>
      </cx:numDim>
    </cx:data>
  </cx:chartData>
  <cx:chart>
    <cx:title pos="t" align="ctr" overlay="0">
      <cx:tx>
        <cx:txData>
          <cx:v>Revenue by make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Revenue by make</a:t>
          </a:r>
        </a:p>
      </cx:txPr>
    </cx:title>
    <cx:plotArea>
      <cx:plotAreaRegion>
        <cx:series layoutId="treemap" uniqueId="{BEDDF6D7-6DA1-48E2-B7BC-DC88BE2D2293}">
          <cx:dataLabels pos="inEnd">
            <cx:visibility seriesName="0" categoryName="1" value="0"/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'Popular colors'!$D$24:$D$42</cx:f>
        <cx:lvl ptCount="19">
          <cx:pt idx="0">beige</cx:pt>
          <cx:pt idx="1">black</cx:pt>
          <cx:pt idx="2">blue</cx:pt>
          <cx:pt idx="3">brown</cx:pt>
          <cx:pt idx="4">burgundy</cx:pt>
          <cx:pt idx="5">charcoal</cx:pt>
          <cx:pt idx="6">gold</cx:pt>
          <cx:pt idx="7">gray</cx:pt>
          <cx:pt idx="8">green</cx:pt>
          <cx:pt idx="9">lime</cx:pt>
          <cx:pt idx="10">off-white</cx:pt>
          <cx:pt idx="11">orange</cx:pt>
          <cx:pt idx="12">pink</cx:pt>
          <cx:pt idx="13">purple</cx:pt>
          <cx:pt idx="14">red</cx:pt>
          <cx:pt idx="15">silver</cx:pt>
          <cx:pt idx="16">turquoise</cx:pt>
          <cx:pt idx="17">white</cx:pt>
          <cx:pt idx="18">yellow</cx:pt>
        </cx:lvl>
      </cx:strDim>
      <cx:numDim type="size">
        <cx:f>'Popular colors'!$E$24:$E$42</cx:f>
        <cx:lvl ptCount="19" formatCode="General">
          <cx:pt idx="0">9222</cx:pt>
          <cx:pt idx="1">110970</cx:pt>
          <cx:pt idx="2">51139</cx:pt>
          <cx:pt idx="3">6717</cx:pt>
          <cx:pt idx="4">8972</cx:pt>
          <cx:pt idx="5">479</cx:pt>
          <cx:pt idx="6">11342</cx:pt>
          <cx:pt idx="7">82857</cx:pt>
          <cx:pt idx="8">11382</cx:pt>
          <cx:pt idx="9">15</cx:pt>
          <cx:pt idx="10">1449</cx:pt>
          <cx:pt idx="11">2078</cx:pt>
          <cx:pt idx="12">42</cx:pt>
          <cx:pt idx="13">1561</cx:pt>
          <cx:pt idx="14">43569</cx:pt>
          <cx:pt idx="15">83389</cx:pt>
          <cx:pt idx="16">236</cx:pt>
          <cx:pt idx="17">106673</cx:pt>
          <cx:pt idx="18">1285</cx:pt>
        </cx:lvl>
      </cx:numDim>
    </cx:data>
  </cx:chartData>
  <cx:chart>
    <cx:title pos="t" align="ctr" overlay="0">
      <cx:tx>
        <cx:txData>
          <cx:v>Popular colours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Popular colours</a:t>
          </a:r>
        </a:p>
      </cx:txPr>
    </cx:title>
    <cx:plotArea>
      <cx:plotAreaRegion>
        <cx:series layoutId="treemap" uniqueId="{2C0F8778-6473-4EA2-9D98-ECD1EF108DBB}">
          <cx:dataLabels pos="inEnd">
            <cx:visibility seriesName="0" categoryName="1" value="0"/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lt1"/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lt1"/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4/27/2026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1AD702D-965C-40E9-8D23-D82E2CFA9E61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4/27/2026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A05B6A-9124-4DBB-843A-84818A8F79FC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4/relationships/chartEx" Target="../charts/chartEx2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xfrm>
            <a:off x="0" y="0"/>
            <a:ext cx="12192000" cy="6858000"/>
          </a:xfrm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Bright Motors car sales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Tinyiko Novela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Key metrics</a:t>
            </a:r>
          </a:p>
          <a:p>
            <a:r>
              <a:rPr lang="en-US" dirty="0"/>
              <a:t>Insights</a:t>
            </a:r>
          </a:p>
          <a:p>
            <a:r>
              <a:rPr lang="en-US" dirty="0"/>
              <a:t>Recommendations</a:t>
            </a:r>
          </a:p>
          <a:p>
            <a:r>
              <a:rPr lang="en-US" dirty="0"/>
              <a:t>Q&amp;A</a:t>
            </a:r>
          </a:p>
        </p:txBody>
      </p:sp>
      <p:pic>
        <p:nvPicPr>
          <p:cNvPr id="11" name="Picture Placeholder 10" descr="close up of building">
            <a:extLst>
              <a:ext uri="{FF2B5EF4-FFF2-40B4-BE49-F238E27FC236}">
                <a16:creationId xmlns:a16="http://schemas.microsoft.com/office/drawing/2014/main" id="{1CE2008D-DBCE-465F-90DA-B28A4E52513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5351" r="1535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EF53E3-F88C-4203-A489-8C9D57513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F03AADD-A4FE-4CE8-944C-3F9C9777F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Bright Motors is a major automotive retailer in the United states.</a:t>
            </a:r>
          </a:p>
          <a:p>
            <a:pPr marL="0" indent="0">
              <a:buNone/>
            </a:pPr>
            <a:r>
              <a:rPr lang="en-US" sz="2800" dirty="0"/>
              <a:t>It operates over 14000 dealerships continent-wide.</a:t>
            </a:r>
          </a:p>
          <a:p>
            <a:pPr marL="0" indent="0">
              <a:buNone/>
            </a:pPr>
            <a:r>
              <a:rPr lang="en-US" sz="2800" dirty="0"/>
              <a:t>Recently, a new sales director has been appointed to drive further growth.</a:t>
            </a:r>
          </a:p>
        </p:txBody>
      </p:sp>
      <p:pic>
        <p:nvPicPr>
          <p:cNvPr id="4" name="Picture Placeholder 3" descr="close up of building">
            <a:extLst>
              <a:ext uri="{FF2B5EF4-FFF2-40B4-BE49-F238E27FC236}">
                <a16:creationId xmlns:a16="http://schemas.microsoft.com/office/drawing/2014/main" id="{5EAB7860-C105-46A8-8B51-C886DCFAB52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2544" r="2254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7E6D6-C63D-4A7C-B1F1-1E8117B25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7107084" cy="830997"/>
          </a:xfrm>
        </p:spPr>
        <p:txBody>
          <a:bodyPr/>
          <a:lstStyle/>
          <a:p>
            <a:r>
              <a:rPr lang="en-US" dirty="0"/>
              <a:t>Goals for Bright motors</a:t>
            </a:r>
          </a:p>
          <a:p>
            <a:endParaRPr lang="en-US" dirty="0"/>
          </a:p>
        </p:txBody>
      </p:sp>
      <p:pic>
        <p:nvPicPr>
          <p:cNvPr id="25" name="Picture Placeholder 4" descr="close up of building">
            <a:extLst>
              <a:ext uri="{FF2B5EF4-FFF2-40B4-BE49-F238E27FC236}">
                <a16:creationId xmlns:a16="http://schemas.microsoft.com/office/drawing/2014/main" id="{B43125FE-4923-4B38-ADD6-3F547696AB11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2"/>
          <a:srcRect t="10082" b="10082"/>
          <a:stretch/>
        </p:blipFill>
        <p:spPr>
          <a:xfrm>
            <a:off x="9261475" y="0"/>
            <a:ext cx="2930525" cy="1560513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42BCCC6-6D52-4984-A92F-8B1A8A90321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0400" y="1937563"/>
            <a:ext cx="5080000" cy="438150"/>
          </a:xfrm>
        </p:spPr>
        <p:txBody>
          <a:bodyPr/>
          <a:lstStyle/>
          <a:p>
            <a:r>
              <a:rPr lang="en-US" dirty="0"/>
              <a:t>Business priorities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5E2CA68-BFC9-485F-A53E-F4C27258EF0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629" y="2677066"/>
            <a:ext cx="5067300" cy="2935288"/>
          </a:xfrm>
        </p:spPr>
        <p:txBody>
          <a:bodyPr/>
          <a:lstStyle/>
          <a:p>
            <a:r>
              <a:rPr lang="en-US" dirty="0"/>
              <a:t>Expand the dealership network</a:t>
            </a:r>
            <a:br>
              <a:rPr lang="en-US" dirty="0"/>
            </a:br>
            <a:endParaRPr lang="en-US" dirty="0"/>
          </a:p>
          <a:p>
            <a:r>
              <a:rPr lang="en-US" dirty="0"/>
              <a:t>Improve sales performance</a:t>
            </a:r>
            <a:br>
              <a:rPr lang="en-US" dirty="0"/>
            </a:br>
            <a:endParaRPr lang="en-US" dirty="0"/>
          </a:p>
          <a:p>
            <a:r>
              <a:rPr lang="en-US" dirty="0"/>
              <a:t>Optimize inventory</a:t>
            </a:r>
            <a:br>
              <a:rPr lang="en-US" dirty="0"/>
            </a:br>
            <a:endParaRPr lang="en-US" dirty="0"/>
          </a:p>
          <a:p>
            <a:r>
              <a:rPr lang="en-US" dirty="0"/>
              <a:t>Draw insights from historical data to guide sales and marketing campaigns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378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EEDAF89-0ECD-416A-93E5-A300FF0B9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858" y="74561"/>
            <a:ext cx="10515600" cy="700115"/>
          </a:xfrm>
        </p:spPr>
        <p:txBody>
          <a:bodyPr/>
          <a:lstStyle/>
          <a:p>
            <a:r>
              <a:rPr lang="en-US" dirty="0"/>
              <a:t>Key metrics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9C3B957-4F94-7303-766D-74E3BA6F0E84}"/>
              </a:ext>
            </a:extLst>
          </p:cNvPr>
          <p:cNvSpPr/>
          <p:nvPr/>
        </p:nvSpPr>
        <p:spPr>
          <a:xfrm>
            <a:off x="275302" y="1494522"/>
            <a:ext cx="2123768" cy="70011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50800" dir="5400000" algn="ctr" rotWithShape="0">
              <a:schemeClr val="accent3">
                <a:lumMod val="40000"/>
                <a:lumOff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REVENUE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$7 606 175 619</a:t>
            </a: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BB4221-6090-39BC-25B1-DB7B01DAA278}"/>
              </a:ext>
            </a:extLst>
          </p:cNvPr>
          <p:cNvSpPr/>
          <p:nvPr/>
        </p:nvSpPr>
        <p:spPr>
          <a:xfrm>
            <a:off x="3067868" y="1494522"/>
            <a:ext cx="2123768" cy="70011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50800" dir="5400000" algn="ctr" rotWithShape="0">
              <a:schemeClr val="accent3">
                <a:lumMod val="40000"/>
                <a:lumOff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SALES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558 811</a:t>
            </a:r>
            <a:endParaRPr lang="en-US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9691F0E-E224-4251-0A38-5D0C109D5D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000374"/>
              </p:ext>
            </p:extLst>
          </p:nvPr>
        </p:nvGraphicFramePr>
        <p:xfrm>
          <a:off x="275302" y="2766957"/>
          <a:ext cx="11651227" cy="3584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E8B14EE-7B30-C6AB-B6E4-38193225341A}"/>
              </a:ext>
            </a:extLst>
          </p:cNvPr>
          <p:cNvSpPr/>
          <p:nvPr/>
        </p:nvSpPr>
        <p:spPr>
          <a:xfrm>
            <a:off x="8652999" y="1494522"/>
            <a:ext cx="2123768" cy="70011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50800" dir="5400000" algn="ctr" rotWithShape="0">
              <a:schemeClr val="accent3">
                <a:lumMod val="40000"/>
                <a:lumOff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DEALERSHIPS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14261</a:t>
            </a:r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D82FEBE-0C8B-0392-7DA9-6E7C580C1A4F}"/>
              </a:ext>
            </a:extLst>
          </p:cNvPr>
          <p:cNvSpPr/>
          <p:nvPr/>
        </p:nvSpPr>
        <p:spPr>
          <a:xfrm>
            <a:off x="5860434" y="1494522"/>
            <a:ext cx="2123768" cy="70011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50800" dir="5400000" algn="ctr" rotWithShape="0">
              <a:schemeClr val="accent3">
                <a:lumMod val="40000"/>
                <a:lumOff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Profit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$-88 303 984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0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A86A9EC-640F-47FB-AA92-2851B3012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891" y="74561"/>
            <a:ext cx="10515600" cy="700115"/>
          </a:xfrm>
        </p:spPr>
        <p:txBody>
          <a:bodyPr/>
          <a:lstStyle/>
          <a:p>
            <a:r>
              <a:rPr lang="en-US" dirty="0"/>
              <a:t>Consumer trends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3CDA8F5-FE7E-42AD-8FF7-9A1ECCD0F1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9367802"/>
              </p:ext>
            </p:extLst>
          </p:nvPr>
        </p:nvGraphicFramePr>
        <p:xfrm>
          <a:off x="298654" y="774676"/>
          <a:ext cx="5836673" cy="26719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090D2DB-65BA-4400-BB3F-908AA34C38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0294730"/>
              </p:ext>
            </p:extLst>
          </p:nvPr>
        </p:nvGraphicFramePr>
        <p:xfrm>
          <a:off x="298654" y="3340124"/>
          <a:ext cx="6324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69901D-C70E-A2B5-F103-7D2C9588A04C}"/>
              </a:ext>
            </a:extLst>
          </p:cNvPr>
          <p:cNvSpPr/>
          <p:nvPr/>
        </p:nvSpPr>
        <p:spPr>
          <a:xfrm>
            <a:off x="7242690" y="642326"/>
            <a:ext cx="4178710" cy="252004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highest number of purchases is in the winter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Generally, high number of sales equals to a higher revenue, however, that is not always the case(May, Mar and Dec)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0950EC7-6951-7E1D-742C-D731B6457482}"/>
              </a:ext>
            </a:extLst>
          </p:cNvPr>
          <p:cNvSpPr/>
          <p:nvPr/>
        </p:nvSpPr>
        <p:spPr>
          <a:xfrm>
            <a:off x="7331181" y="3730137"/>
            <a:ext cx="4090219" cy="159282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Takeaway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due to a significant difference in the price of the units</a:t>
            </a:r>
          </a:p>
        </p:txBody>
      </p:sp>
    </p:spTree>
    <p:extLst>
      <p:ext uri="{BB962C8B-B14F-4D97-AF65-F5344CB8AC3E}">
        <p14:creationId xmlns:p14="http://schemas.microsoft.com/office/powerpoint/2010/main" val="2575421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13014-3141-E245-D2F6-0A9CA022C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E481964-1DD6-1328-F3D4-AE9B5BA57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58" y="113890"/>
            <a:ext cx="10515600" cy="700115"/>
          </a:xfrm>
        </p:spPr>
        <p:txBody>
          <a:bodyPr/>
          <a:lstStyle/>
          <a:p>
            <a:r>
              <a:rPr lang="en-US" dirty="0"/>
              <a:t>Consumer trends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9730EDE-DE4A-4193-B8E1-93C0F6CFB2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4029569"/>
              </p:ext>
            </p:extLst>
          </p:nvPr>
        </p:nvGraphicFramePr>
        <p:xfrm>
          <a:off x="102009" y="3918155"/>
          <a:ext cx="5993991" cy="25662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8FADA42-6857-46EA-8590-3C0CAF8C13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826351"/>
              </p:ext>
            </p:extLst>
          </p:nvPr>
        </p:nvGraphicFramePr>
        <p:xfrm>
          <a:off x="102009" y="994480"/>
          <a:ext cx="6324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65B09B7-EF5D-E5B7-389D-CD11954305F5}"/>
              </a:ext>
            </a:extLst>
          </p:cNvPr>
          <p:cNvSpPr/>
          <p:nvPr/>
        </p:nvSpPr>
        <p:spPr>
          <a:xfrm>
            <a:off x="7787149" y="1448185"/>
            <a:ext cx="4178710" cy="159282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INSIGHT</a:t>
            </a:r>
          </a:p>
          <a:p>
            <a:r>
              <a:rPr lang="en-US" dirty="0"/>
              <a:t>Wednesday is the busiest day of the week and people prefer to but cars between 00:00 and 06:00</a:t>
            </a:r>
          </a:p>
        </p:txBody>
      </p:sp>
    </p:spTree>
    <p:extLst>
      <p:ext uri="{BB962C8B-B14F-4D97-AF65-F5344CB8AC3E}">
        <p14:creationId xmlns:p14="http://schemas.microsoft.com/office/powerpoint/2010/main" val="2906001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F6B7A-2876-3CD8-B7B2-B28D97A1C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A54CFE-5102-7BCF-2717-30F08D228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122"/>
            <a:ext cx="10515600" cy="700115"/>
          </a:xfrm>
        </p:spPr>
        <p:txBody>
          <a:bodyPr/>
          <a:lstStyle/>
          <a:p>
            <a:r>
              <a:rPr lang="en-US" dirty="0"/>
              <a:t>Profit margins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5916DFF-FDB9-F704-9470-118F64268CD3}"/>
              </a:ext>
            </a:extLst>
          </p:cNvPr>
          <p:cNvSpPr/>
          <p:nvPr/>
        </p:nvSpPr>
        <p:spPr>
          <a:xfrm>
            <a:off x="7649495" y="3147606"/>
            <a:ext cx="3519950" cy="173325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total wholesale value of the cars is higher than the total selling price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76% of the profit margins are low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54CC3B1-DCDE-52FA-9BDE-A86CBB9EE7E8}"/>
              </a:ext>
            </a:extLst>
          </p:cNvPr>
          <p:cNvSpPr/>
          <p:nvPr/>
        </p:nvSpPr>
        <p:spPr>
          <a:xfrm>
            <a:off x="7649495" y="5021296"/>
            <a:ext cx="3264310" cy="159282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Takeaway</a:t>
            </a:r>
          </a:p>
          <a:p>
            <a:pPr algn="ctr"/>
            <a:r>
              <a:rPr lang="en-US" dirty="0"/>
              <a:t>Even though revenue is in the billions, net profit is on the negative, company is losing money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55C8655-89F8-7253-B955-458DF64521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7611872"/>
              </p:ext>
            </p:extLst>
          </p:nvPr>
        </p:nvGraphicFramePr>
        <p:xfrm>
          <a:off x="0" y="3429000"/>
          <a:ext cx="7209801" cy="29037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FBDB4C0-8BEB-EE28-C82C-142511800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193983"/>
              </p:ext>
            </p:extLst>
          </p:nvPr>
        </p:nvGraphicFramePr>
        <p:xfrm>
          <a:off x="164393" y="1269030"/>
          <a:ext cx="5257800" cy="854738"/>
        </p:xfrm>
        <a:graphic>
          <a:graphicData uri="http://schemas.openxmlformats.org/drawingml/2006/table">
            <a:tbl>
              <a:tblPr firstRow="1" firstCol="1" bandRow="1">
                <a:effectLst>
                  <a:outerShdw dist="50800" dir="5400000" sx="1000" sy="1000" algn="ctr" rotWithShape="0">
                    <a:schemeClr val="tx1"/>
                  </a:outerShdw>
                </a:effectLst>
                <a:tableStyleId>{6E25E649-3F16-4E02-A733-19D2CDBF48F0}</a:tableStyleId>
              </a:tblPr>
              <a:tblGrid>
                <a:gridCol w="2038739">
                  <a:extLst>
                    <a:ext uri="{9D8B030D-6E8A-4147-A177-3AD203B41FA5}">
                      <a16:colId xmlns:a16="http://schemas.microsoft.com/office/drawing/2014/main" val="3656382155"/>
                    </a:ext>
                  </a:extLst>
                </a:gridCol>
                <a:gridCol w="1736563">
                  <a:extLst>
                    <a:ext uri="{9D8B030D-6E8A-4147-A177-3AD203B41FA5}">
                      <a16:colId xmlns:a16="http://schemas.microsoft.com/office/drawing/2014/main" val="608535955"/>
                    </a:ext>
                  </a:extLst>
                </a:gridCol>
                <a:gridCol w="1482498">
                  <a:extLst>
                    <a:ext uri="{9D8B030D-6E8A-4147-A177-3AD203B41FA5}">
                      <a16:colId xmlns:a16="http://schemas.microsoft.com/office/drawing/2014/main" val="141046626"/>
                    </a:ext>
                  </a:extLst>
                </a:gridCol>
              </a:tblGrid>
              <a:tr h="3926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+mn-lt"/>
                        </a:rPr>
                        <a:t>Revenue</a:t>
                      </a:r>
                      <a:endParaRPr lang="en-US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Expenses</a:t>
                      </a:r>
                      <a:endParaRPr lang="en-US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+mn-lt"/>
                        </a:rPr>
                        <a:t>Profit</a:t>
                      </a:r>
                      <a:endParaRPr lang="en-US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073562570"/>
                  </a:ext>
                </a:extLst>
              </a:tr>
              <a:tr h="46211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$7 606 175 619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 dirty="0">
                          <a:solidFill>
                            <a:schemeClr val="tx1"/>
                          </a:solidFill>
                          <a:effectLst/>
                        </a:rPr>
                        <a:t>$7 694 479 603</a:t>
                      </a:r>
                      <a:endParaRPr lang="en-US" sz="14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 dirty="0">
                          <a:solidFill>
                            <a:schemeClr val="tx1"/>
                          </a:solidFill>
                          <a:effectLst/>
                        </a:rPr>
                        <a:t>-$88 303 984</a:t>
                      </a:r>
                      <a:endParaRPr lang="en-US" sz="14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24406"/>
                  </a:ext>
                </a:extLst>
              </a:tr>
            </a:tbl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8726D08A-AD35-8131-765A-573EE64289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5897856"/>
              </p:ext>
            </p:extLst>
          </p:nvPr>
        </p:nvGraphicFramePr>
        <p:xfrm>
          <a:off x="7059561" y="751861"/>
          <a:ext cx="4348614" cy="21696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74538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2FA62-210F-977E-8760-B72D91E7F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858E78D-6965-8DF0-2647-94749BEB5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7" y="113890"/>
            <a:ext cx="10515600" cy="700115"/>
          </a:xfrm>
        </p:spPr>
        <p:txBody>
          <a:bodyPr/>
          <a:lstStyle/>
          <a:p>
            <a:r>
              <a:rPr lang="en-US" dirty="0"/>
              <a:t>Revenue by make and model</a:t>
            </a: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81878401-3BDA-1E8F-E6A4-D8DB060DB14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124707239"/>
                  </p:ext>
                </p:extLst>
              </p:nvPr>
            </p:nvGraphicFramePr>
            <p:xfrm>
              <a:off x="226141" y="1199535"/>
              <a:ext cx="6100916" cy="259891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Chart 3">
                <a:extLst>
                  <a:ext uri="{FF2B5EF4-FFF2-40B4-BE49-F238E27FC236}">
                    <a16:creationId xmlns:a16="http://schemas.microsoft.com/office/drawing/2014/main" id="{81878401-3BDA-1E8F-E6A4-D8DB060DB1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6141" y="1199535"/>
                <a:ext cx="6100916" cy="2598915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F602C3D-E6A3-DF3D-BBED-CE35D86EB6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24906"/>
              </p:ext>
            </p:extLst>
          </p:nvPr>
        </p:nvGraphicFramePr>
        <p:xfrm>
          <a:off x="383457" y="4135023"/>
          <a:ext cx="5943600" cy="2412429"/>
        </p:xfrm>
        <a:graphic>
          <a:graphicData uri="http://schemas.openxmlformats.org/drawingml/2006/table">
            <a:tbl>
              <a:tblPr firstRow="1" firstCol="1" bandRow="1">
                <a:tableStyleId>{6E25E649-3F16-4E02-A733-19D2CDBF48F0}</a:tableStyleId>
              </a:tblPr>
              <a:tblGrid>
                <a:gridCol w="1769400">
                  <a:extLst>
                    <a:ext uri="{9D8B030D-6E8A-4147-A177-3AD203B41FA5}">
                      <a16:colId xmlns:a16="http://schemas.microsoft.com/office/drawing/2014/main" val="2577890864"/>
                    </a:ext>
                  </a:extLst>
                </a:gridCol>
                <a:gridCol w="2388318">
                  <a:extLst>
                    <a:ext uri="{9D8B030D-6E8A-4147-A177-3AD203B41FA5}">
                      <a16:colId xmlns:a16="http://schemas.microsoft.com/office/drawing/2014/main" val="2436500098"/>
                    </a:ext>
                  </a:extLst>
                </a:gridCol>
                <a:gridCol w="1785882">
                  <a:extLst>
                    <a:ext uri="{9D8B030D-6E8A-4147-A177-3AD203B41FA5}">
                      <a16:colId xmlns:a16="http://schemas.microsoft.com/office/drawing/2014/main" val="17257123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chemeClr val="tx1"/>
                          </a:solidFill>
                          <a:effectLst/>
                        </a:rPr>
                        <a:t>Make</a:t>
                      </a:r>
                      <a:endParaRPr lang="en-US" sz="12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chemeClr val="tx1"/>
                          </a:solidFill>
                          <a:effectLst/>
                        </a:rPr>
                        <a:t>Model</a:t>
                      </a:r>
                      <a:endParaRPr lang="en-US" sz="12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b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chemeClr val="tx1"/>
                          </a:solidFill>
                          <a:effectLst/>
                        </a:rPr>
                        <a:t>Revenue</a:t>
                      </a:r>
                      <a:endParaRPr lang="en-US" sz="12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b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772449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Ford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effectLst/>
                        </a:rPr>
                        <a:t>F-150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dirty="0">
                          <a:effectLst/>
                        </a:rPr>
                        <a:t>$272 669 759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b"/>
                </a:tc>
                <a:extLst>
                  <a:ext uri="{0D108BD9-81ED-4DB2-BD59-A6C34878D82A}">
                    <a16:rowId xmlns:a16="http://schemas.microsoft.com/office/drawing/2014/main" val="1903410961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Nissan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effectLst/>
                        </a:rPr>
                        <a:t>Altima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>
                          <a:effectLst/>
                        </a:rPr>
                        <a:t>$220 986 008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b"/>
                </a:tc>
                <a:extLst>
                  <a:ext uri="{0D108BD9-81ED-4DB2-BD59-A6C34878D82A}">
                    <a16:rowId xmlns:a16="http://schemas.microsoft.com/office/drawing/2014/main" val="50867031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Ford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effectLst/>
                        </a:rPr>
                        <a:t>Escape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>
                          <a:effectLst/>
                        </a:rPr>
                        <a:t>$165 966 502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b"/>
                </a:tc>
                <a:extLst>
                  <a:ext uri="{0D108BD9-81ED-4DB2-BD59-A6C34878D82A}">
                    <a16:rowId xmlns:a16="http://schemas.microsoft.com/office/drawing/2014/main" val="4291861613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Ford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effectLst/>
                        </a:rPr>
                        <a:t>Fusion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>
                          <a:effectLst/>
                        </a:rPr>
                        <a:t>$159 926 131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b"/>
                </a:tc>
                <a:extLst>
                  <a:ext uri="{0D108BD9-81ED-4DB2-BD59-A6C34878D82A}">
                    <a16:rowId xmlns:a16="http://schemas.microsoft.com/office/drawing/2014/main" val="2299987274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Infiniti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effectLst/>
                        </a:rPr>
                        <a:t>G Sedan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dirty="0">
                          <a:effectLst/>
                        </a:rPr>
                        <a:t>$147 918 806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b"/>
                </a:tc>
                <a:extLst>
                  <a:ext uri="{0D108BD9-81ED-4DB2-BD59-A6C34878D82A}">
                    <a16:rowId xmlns:a16="http://schemas.microsoft.com/office/drawing/2014/main" val="2910608751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Ford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effectLst/>
                        </a:rPr>
                        <a:t>Explorer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>
                          <a:effectLst/>
                        </a:rPr>
                        <a:t>$140 504 869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b"/>
                </a:tc>
                <a:extLst>
                  <a:ext uri="{0D108BD9-81ED-4DB2-BD59-A6C34878D82A}">
                    <a16:rowId xmlns:a16="http://schemas.microsoft.com/office/drawing/2014/main" val="625488446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Toyota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effectLst/>
                        </a:rPr>
                        <a:t>Camry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dirty="0">
                          <a:effectLst/>
                        </a:rPr>
                        <a:t>$140 259 583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b"/>
                </a:tc>
                <a:extLst>
                  <a:ext uri="{0D108BD9-81ED-4DB2-BD59-A6C34878D82A}">
                    <a16:rowId xmlns:a16="http://schemas.microsoft.com/office/drawing/2014/main" val="1973862510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BMW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effectLst/>
                        </a:rPr>
                        <a:t>3 Series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dirty="0">
                          <a:effectLst/>
                        </a:rPr>
                        <a:t>$137 906 230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b"/>
                </a:tc>
                <a:extLst>
                  <a:ext uri="{0D108BD9-81ED-4DB2-BD59-A6C34878D82A}">
                    <a16:rowId xmlns:a16="http://schemas.microsoft.com/office/drawing/2014/main" val="947620544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Ford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effectLst/>
                        </a:rPr>
                        <a:t>Edge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dirty="0">
                          <a:effectLst/>
                        </a:rPr>
                        <a:t>$110 867 719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b"/>
                </a:tc>
                <a:extLst>
                  <a:ext uri="{0D108BD9-81ED-4DB2-BD59-A6C34878D82A}">
                    <a16:rowId xmlns:a16="http://schemas.microsoft.com/office/drawing/2014/main" val="2720627180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Chevrolet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effectLst/>
                        </a:rPr>
                        <a:t>Silverado 1500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dirty="0">
                          <a:effectLst/>
                        </a:rPr>
                        <a:t>$107 318 746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b"/>
                </a:tc>
                <a:extLst>
                  <a:ext uri="{0D108BD9-81ED-4DB2-BD59-A6C34878D82A}">
                    <a16:rowId xmlns:a16="http://schemas.microsoft.com/office/drawing/2014/main" val="3377906212"/>
                  </a:ext>
                </a:extLst>
              </a:tr>
            </a:tbl>
          </a:graphicData>
        </a:graphic>
      </p:graphicFrame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A9DA684-39C5-0B9F-7C3B-9EB810038215}"/>
              </a:ext>
            </a:extLst>
          </p:cNvPr>
          <p:cNvSpPr/>
          <p:nvPr/>
        </p:nvSpPr>
        <p:spPr>
          <a:xfrm>
            <a:off x="7339779" y="1962093"/>
            <a:ext cx="4326195" cy="159282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Ford makes the highest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 out of the 10 model bestsellers is from Ford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0CC4024-5A94-972B-5824-01102DEDDAE8}"/>
              </a:ext>
            </a:extLst>
          </p:cNvPr>
          <p:cNvSpPr/>
          <p:nvPr/>
        </p:nvSpPr>
        <p:spPr>
          <a:xfrm>
            <a:off x="7457766" y="4299328"/>
            <a:ext cx="4090219" cy="159282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Takeaway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Affordable brands are leading in terms of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end luxurious cars make lower sales </a:t>
            </a:r>
          </a:p>
        </p:txBody>
      </p:sp>
    </p:spTree>
    <p:extLst>
      <p:ext uri="{BB962C8B-B14F-4D97-AF65-F5344CB8AC3E}">
        <p14:creationId xmlns:p14="http://schemas.microsoft.com/office/powerpoint/2010/main" val="2799444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3B3A9-74A0-2421-C6D9-98C0146D0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A38F65-5006-5C50-AD3A-BB1F7B358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288" y="202381"/>
            <a:ext cx="10515600" cy="700115"/>
          </a:xfrm>
        </p:spPr>
        <p:txBody>
          <a:bodyPr/>
          <a:lstStyle/>
          <a:p>
            <a:r>
              <a:rPr lang="en-US" dirty="0"/>
              <a:t>Price, mileage and year of manufacture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6CB2BF2-EF6C-4682-AE87-D9BB5658A3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2977264"/>
              </p:ext>
            </p:extLst>
          </p:nvPr>
        </p:nvGraphicFramePr>
        <p:xfrm>
          <a:off x="102010" y="1417525"/>
          <a:ext cx="4096364" cy="21319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C2B42C6-FD19-39DB-AC7D-3EE20ACD810D}"/>
              </a:ext>
            </a:extLst>
          </p:cNvPr>
          <p:cNvSpPr/>
          <p:nvPr/>
        </p:nvSpPr>
        <p:spPr>
          <a:xfrm>
            <a:off x="8707693" y="993058"/>
            <a:ext cx="3382297" cy="273336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Customers prefer new/low mileage cars to older 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70% of customers are buying cars that cost less than $10000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Very old models(21-44 years) cost less and have low sales</a:t>
            </a:r>
          </a:p>
          <a:p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96BA3EA-5D53-8857-1051-DE8959EF7680}"/>
              </a:ext>
            </a:extLst>
          </p:cNvPr>
          <p:cNvSpPr/>
          <p:nvPr/>
        </p:nvSpPr>
        <p:spPr>
          <a:xfrm>
            <a:off x="8758697" y="3947375"/>
            <a:ext cx="3280287" cy="237476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Takeaway</a:t>
            </a:r>
          </a:p>
          <a:p>
            <a:pPr algn="ctr"/>
            <a:r>
              <a:rPr lang="en-US" sz="1600" dirty="0"/>
              <a:t>Management of inventory levels:  Low inventory levels for very old, high mileage and expensive cars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D6255B30-25FC-A6C3-993D-5CE9B3788D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6930316"/>
              </p:ext>
            </p:extLst>
          </p:nvPr>
        </p:nvGraphicFramePr>
        <p:xfrm>
          <a:off x="4326195" y="1480595"/>
          <a:ext cx="3785420" cy="21319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A1B139D9-E278-4AFC-BEDB-E6B0D87801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751648"/>
              </p:ext>
            </p:extLst>
          </p:nvPr>
        </p:nvGraphicFramePr>
        <p:xfrm>
          <a:off x="0" y="3947375"/>
          <a:ext cx="8268929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686346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B4C26-F183-CC2D-F495-9AD7FD20B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19A1B41-C412-2201-2BB2-0B0380806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Regions with high sales volumes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0AEF27A-D005-7ABF-C8F4-E669743257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1913843"/>
              </p:ext>
            </p:extLst>
          </p:nvPr>
        </p:nvGraphicFramePr>
        <p:xfrm>
          <a:off x="379741" y="1497999"/>
          <a:ext cx="7220594" cy="41260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FB8A02-D64A-8E5F-DFA5-78D79AE19215}"/>
              </a:ext>
            </a:extLst>
          </p:cNvPr>
          <p:cNvSpPr/>
          <p:nvPr/>
        </p:nvSpPr>
        <p:spPr>
          <a:xfrm>
            <a:off x="8416413" y="1901640"/>
            <a:ext cx="3696929" cy="143149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Florida has the highest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10 states account for 75% of the revenue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19CACA8-897F-2DF5-1B57-4D5EDFF91F26}"/>
              </a:ext>
            </a:extLst>
          </p:cNvPr>
          <p:cNvSpPr/>
          <p:nvPr/>
        </p:nvSpPr>
        <p:spPr>
          <a:xfrm>
            <a:off x="8547949" y="4031226"/>
            <a:ext cx="3264310" cy="159282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Takeaway</a:t>
            </a:r>
          </a:p>
          <a:p>
            <a:pPr algn="ctr"/>
            <a:r>
              <a:rPr lang="en-US" dirty="0"/>
              <a:t>Key business improvements should focus on these 10 sates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305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7EB68-76A6-8962-023F-395B94392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B3AA8D1-8AFA-08B2-5B28-B8FC70E82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00115"/>
          </a:xfrm>
        </p:spPr>
        <p:txBody>
          <a:bodyPr/>
          <a:lstStyle/>
          <a:p>
            <a:r>
              <a:rPr lang="en-US" dirty="0"/>
              <a:t>Consumer trends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8F8B27D-8F93-604E-6CEF-31B25B4EFF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4119872"/>
              </p:ext>
            </p:extLst>
          </p:nvPr>
        </p:nvGraphicFramePr>
        <p:xfrm>
          <a:off x="648928" y="677058"/>
          <a:ext cx="4945626" cy="27211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A0AC858-EE53-C904-08B5-CBD8CD64EAAB}"/>
              </a:ext>
            </a:extLst>
          </p:cNvPr>
          <p:cNvSpPr/>
          <p:nvPr/>
        </p:nvSpPr>
        <p:spPr>
          <a:xfrm>
            <a:off x="7639664" y="1890159"/>
            <a:ext cx="4178710" cy="18166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Customers prefer the convenience of automatic transmission over a manual 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Black and white cars are the most popular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37014BC-8BB6-F7B2-1895-DA5F257BAA9A}"/>
              </a:ext>
            </a:extLst>
          </p:cNvPr>
          <p:cNvSpPr/>
          <p:nvPr/>
        </p:nvSpPr>
        <p:spPr>
          <a:xfrm>
            <a:off x="7683910" y="3983433"/>
            <a:ext cx="4090219" cy="159282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Takeaway</a:t>
            </a:r>
          </a:p>
          <a:p>
            <a:pPr algn="ctr"/>
            <a:r>
              <a:rPr lang="en-US" dirty="0"/>
              <a:t>Management of inventory levels: order popular colors and automatic transmissions</a:t>
            </a: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9" name="Chart 8">
                <a:extLst>
                  <a:ext uri="{FF2B5EF4-FFF2-40B4-BE49-F238E27FC236}">
                    <a16:creationId xmlns:a16="http://schemas.microsoft.com/office/drawing/2014/main" id="{2BBF7BBD-267B-CDF2-8D86-AA06E868ECD1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748364748"/>
                  </p:ext>
                </p:extLst>
              </p:nvPr>
            </p:nvGraphicFramePr>
            <p:xfrm>
              <a:off x="144143" y="3459773"/>
              <a:ext cx="5955196" cy="3268316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9" name="Chart 8">
                <a:extLst>
                  <a:ext uri="{FF2B5EF4-FFF2-40B4-BE49-F238E27FC236}">
                    <a16:creationId xmlns:a16="http://schemas.microsoft.com/office/drawing/2014/main" id="{2BBF7BBD-267B-CDF2-8D86-AA06E868ECD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4143" y="3459773"/>
                <a:ext cx="5955196" cy="326831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5046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B89E9C66-E38F-4FFF-B1A6-BA4E05DD8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5602748" cy="830997"/>
          </a:xfrm>
        </p:spPr>
        <p:txBody>
          <a:bodyPr/>
          <a:lstStyle/>
          <a:p>
            <a:r>
              <a:rPr lang="en-US" dirty="0"/>
              <a:t>Recommendations</a:t>
            </a:r>
            <a:br>
              <a:rPr lang="en-US" dirty="0"/>
            </a:br>
            <a:endParaRPr lang="en-US" dirty="0"/>
          </a:p>
        </p:txBody>
      </p:sp>
      <p:pic>
        <p:nvPicPr>
          <p:cNvPr id="42" name="Picture Placeholder 3" descr="close up of building">
            <a:extLst>
              <a:ext uri="{FF2B5EF4-FFF2-40B4-BE49-F238E27FC236}">
                <a16:creationId xmlns:a16="http://schemas.microsoft.com/office/drawing/2014/main" id="{5A9FCEFE-ADCB-4861-8CEA-A074136512A6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/>
          <a:srcRect t="13712" b="13712"/>
          <a:stretch>
            <a:fillRect/>
          </a:stretch>
        </p:blipFill>
        <p:spPr>
          <a:xfrm>
            <a:off x="9393238" y="0"/>
            <a:ext cx="2798762" cy="1354138"/>
          </a:xfrm>
          <a:custGeom>
            <a:avLst/>
            <a:gdLst>
              <a:gd name="connsiteX0" fmla="*/ 316595 w 2798762"/>
              <a:gd name="connsiteY0" fmla="*/ 369378 h 1635849"/>
              <a:gd name="connsiteX1" fmla="*/ 1152465 w 2798762"/>
              <a:gd name="connsiteY1" fmla="*/ 369378 h 1635849"/>
              <a:gd name="connsiteX2" fmla="*/ 1469083 w 2798762"/>
              <a:gd name="connsiteY2" fmla="*/ 1002614 h 1635849"/>
              <a:gd name="connsiteX3" fmla="*/ 1152465 w 2798762"/>
              <a:gd name="connsiteY3" fmla="*/ 1635849 h 1635849"/>
              <a:gd name="connsiteX4" fmla="*/ 316595 w 2798762"/>
              <a:gd name="connsiteY4" fmla="*/ 1635849 h 1635849"/>
              <a:gd name="connsiteX5" fmla="*/ 0 w 2798762"/>
              <a:gd name="connsiteY5" fmla="*/ 1002660 h 1635849"/>
              <a:gd name="connsiteX6" fmla="*/ 0 w 2798762"/>
              <a:gd name="connsiteY6" fmla="*/ 1002568 h 1635849"/>
              <a:gd name="connsiteX7" fmla="*/ 1193125 w 2798762"/>
              <a:gd name="connsiteY7" fmla="*/ 0 h 1635849"/>
              <a:gd name="connsiteX8" fmla="*/ 2798762 w 2798762"/>
              <a:gd name="connsiteY8" fmla="*/ 0 h 1635849"/>
              <a:gd name="connsiteX9" fmla="*/ 2798762 w 2798762"/>
              <a:gd name="connsiteY9" fmla="*/ 786966 h 1635849"/>
              <a:gd name="connsiteX10" fmla="*/ 2719777 w 2798762"/>
              <a:gd name="connsiteY10" fmla="*/ 944936 h 1635849"/>
              <a:gd name="connsiteX11" fmla="*/ 1582346 w 2798762"/>
              <a:gd name="connsiteY11" fmla="*/ 944936 h 1635849"/>
              <a:gd name="connsiteX12" fmla="*/ 1151501 w 2798762"/>
              <a:gd name="connsiteY12" fmla="*/ 83246 h 1635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98762" h="1635849">
                <a:moveTo>
                  <a:pt x="316595" y="369378"/>
                </a:moveTo>
                <a:lnTo>
                  <a:pt x="1152465" y="369378"/>
                </a:lnTo>
                <a:lnTo>
                  <a:pt x="1469083" y="1002614"/>
                </a:lnTo>
                <a:lnTo>
                  <a:pt x="1152465" y="1635849"/>
                </a:lnTo>
                <a:lnTo>
                  <a:pt x="316595" y="1635849"/>
                </a:lnTo>
                <a:lnTo>
                  <a:pt x="0" y="1002660"/>
                </a:lnTo>
                <a:lnTo>
                  <a:pt x="0" y="1002568"/>
                </a:lnTo>
                <a:close/>
                <a:moveTo>
                  <a:pt x="1193125" y="0"/>
                </a:moveTo>
                <a:lnTo>
                  <a:pt x="2798762" y="0"/>
                </a:lnTo>
                <a:lnTo>
                  <a:pt x="2798762" y="786966"/>
                </a:lnTo>
                <a:lnTo>
                  <a:pt x="2719777" y="944936"/>
                </a:lnTo>
                <a:lnTo>
                  <a:pt x="1582346" y="944936"/>
                </a:lnTo>
                <a:lnTo>
                  <a:pt x="1151501" y="83246"/>
                </a:lnTo>
                <a:close/>
              </a:path>
            </a:pathLst>
          </a:cu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0AED82-F4F3-044A-B30A-FD32531BD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3419" y="2424875"/>
            <a:ext cx="3474720" cy="3618175"/>
          </a:xfrm>
        </p:spPr>
        <p:txBody>
          <a:bodyPr/>
          <a:lstStyle/>
          <a:p>
            <a:r>
              <a:rPr lang="en-US" dirty="0"/>
              <a:t>Reduce the number of dealerships in low performing states and expand on the </a:t>
            </a:r>
            <a:r>
              <a:rPr lang="en-US"/>
              <a:t>best performing </a:t>
            </a:r>
            <a:r>
              <a:rPr lang="en-US" dirty="0"/>
              <a:t>ones</a:t>
            </a:r>
            <a:br>
              <a:rPr lang="en-US" dirty="0"/>
            </a:br>
            <a:endParaRPr lang="en-US" dirty="0"/>
          </a:p>
          <a:p>
            <a:r>
              <a:rPr lang="en-US" dirty="0"/>
              <a:t>Increase selling price to increase profit margins</a:t>
            </a:r>
          </a:p>
          <a:p>
            <a:r>
              <a:rPr lang="en-US" dirty="0"/>
              <a:t>Manage inventory levels and order based on need</a:t>
            </a:r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F833AD6-5D57-BE44-8842-EAACC39A6BE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58640" y="2326738"/>
            <a:ext cx="3474720" cy="3618176"/>
          </a:xfrm>
        </p:spPr>
        <p:txBody>
          <a:bodyPr/>
          <a:lstStyle/>
          <a:p>
            <a:r>
              <a:rPr lang="en-US" dirty="0"/>
              <a:t>Pay sales people by commission to encourage hard work</a:t>
            </a:r>
            <a:br>
              <a:rPr lang="en-US" dirty="0"/>
            </a:br>
            <a:endParaRPr lang="en-US" dirty="0"/>
          </a:p>
          <a:p>
            <a:r>
              <a:rPr lang="en-US" dirty="0"/>
              <a:t>Ensure expenses stay under budget so that it doesn’t eat into profit</a:t>
            </a:r>
          </a:p>
          <a:p>
            <a:r>
              <a:rPr lang="en-US" dirty="0"/>
              <a:t>Launch sales and marketing campaigns for budget friendly cars</a:t>
            </a:r>
          </a:p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9205F1B-456F-AF42-81AD-D646AEB4F7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27383" y="2424875"/>
            <a:ext cx="3474720" cy="2935288"/>
          </a:xfrm>
        </p:spPr>
        <p:txBody>
          <a:bodyPr/>
          <a:lstStyle/>
          <a:p>
            <a:r>
              <a:rPr lang="en-US" dirty="0"/>
              <a:t>Consider reducing the work week from 7 days to three days to cut operational costs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608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Reflection of city at dusk on mirrored building">
            <a:extLst>
              <a:ext uri="{FF2B5EF4-FFF2-40B4-BE49-F238E27FC236}">
                <a16:creationId xmlns:a16="http://schemas.microsoft.com/office/drawing/2014/main" id="{80F641B8-D4CB-4B34-AF57-A526981DEDA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alphaModFix amt="80000"/>
          </a:blip>
          <a:srcRect t="6692" b="6692"/>
          <a:stretch/>
        </p:blipFill>
        <p:spPr>
          <a:xfrm>
            <a:off x="-5606" y="0"/>
            <a:ext cx="12192000" cy="6858000"/>
          </a:xfr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48461F53-81E4-4F48-8B4D-56B6013B1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0CA4A65-0235-4CB2-B09E-4E2D8F223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 eaLnBrk="1" latinLnBrk="0" hangingPunct="1"/>
            <a:r>
              <a:rPr lang="en-US" sz="5400" kern="1200" dirty="0"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Thank you</a:t>
            </a:r>
            <a:endParaRPr lang="en-US" sz="54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33AD71F-DA66-44DD-B812-447839E53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7CF27D1-2BD8-40D7-A92B-834F8A4F7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90F2B13-F976-4C2D-883C-E495CDF04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7DE5458-0766-49A5-8982-EF9557A6BB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4000" dirty="0"/>
              <a:t>Q&amp; A</a:t>
            </a:r>
          </a:p>
        </p:txBody>
      </p:sp>
    </p:spTree>
    <p:extLst>
      <p:ext uri="{BB962C8B-B14F-4D97-AF65-F5344CB8AC3E}">
        <p14:creationId xmlns:p14="http://schemas.microsoft.com/office/powerpoint/2010/main" val="4101399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6411253_LW_v2" id="{C590A786-F65F-42F6-9E48-12C78E3C86B3}" vid="{FEE92C9D-6350-4ECD-87A4-004D12BB2B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Geometric presentation</Template>
  <TotalTime>3125</TotalTime>
  <Words>616</Words>
  <Application>Microsoft Office PowerPoint</Application>
  <PresentationFormat>Widescreen</PresentationFormat>
  <Paragraphs>158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Narrow</vt:lpstr>
      <vt:lpstr>Arial</vt:lpstr>
      <vt:lpstr>Calibri</vt:lpstr>
      <vt:lpstr>Calibri Light</vt:lpstr>
      <vt:lpstr>Wingdings</vt:lpstr>
      <vt:lpstr>Office Theme</vt:lpstr>
      <vt:lpstr>Bright Motors car sales</vt:lpstr>
      <vt:lpstr>Agenda</vt:lpstr>
      <vt:lpstr>Introduction</vt:lpstr>
      <vt:lpstr>Goals for Bright motors </vt:lpstr>
      <vt:lpstr>Key metrics</vt:lpstr>
      <vt:lpstr>Consumer trends</vt:lpstr>
      <vt:lpstr>Consumer trends</vt:lpstr>
      <vt:lpstr>Profit margins</vt:lpstr>
      <vt:lpstr>Revenue by make and model</vt:lpstr>
      <vt:lpstr>Price, mileage and year of manufacture</vt:lpstr>
      <vt:lpstr>Regions with high sales volumes</vt:lpstr>
      <vt:lpstr>Consumer trends</vt:lpstr>
      <vt:lpstr>Recommendations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Tinyiko Novela</dc:creator>
  <cp:lastModifiedBy>Tinyiko Novela</cp:lastModifiedBy>
  <cp:revision>1</cp:revision>
  <dcterms:created xsi:type="dcterms:W3CDTF">2026-04-27T15:19:23Z</dcterms:created>
  <dcterms:modified xsi:type="dcterms:W3CDTF">2026-04-29T19:24:59Z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